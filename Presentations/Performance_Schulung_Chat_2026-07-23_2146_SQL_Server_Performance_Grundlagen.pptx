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d9d3b178924b40" /><Relationship Type="http://schemas.openxmlformats.org/officeDocument/2006/relationships/extended-properties" Target="/docProps/app.xml" Id="R708e1d58645d4c18" /><Relationship Type="http://schemas.openxmlformats.org/officeDocument/2006/relationships/officeDocument" Target="/ppt/presentation.xml" Id="R01eb1bb650b24473" /></Relationships>
</file>

<file path=ppt/presentation.xml><?xml version="1.0" encoding="utf-8"?>
<p:presentation xmlns:p="http://schemas.openxmlformats.org/presentationml/2006/main">
  <p:sldMasterIdLst>
    <p:sldMasterId xmlns:r="http://schemas.openxmlformats.org/officeDocument/2006/relationships" id="2147483648" r:id="Rf90f44b3993346a8"/>
  </p:sldMasterIdLst>
  <p:notesMasterIdLst>
    <p:notesMasterId xmlns:r="http://schemas.openxmlformats.org/officeDocument/2006/relationships" r:id="R7a07f356ca4e466f"/>
  </p:notesMasterIdLst>
  <p:sldIdLst>
    <p:sldId xmlns:r="http://schemas.openxmlformats.org/officeDocument/2006/relationships" id="256" r:id="R9af5ade6f84644f6"/>
    <p:sldId xmlns:r="http://schemas.openxmlformats.org/officeDocument/2006/relationships" id="257" r:id="Rd0288e975c2f4069"/>
    <p:sldId xmlns:r="http://schemas.openxmlformats.org/officeDocument/2006/relationships" id="258" r:id="Reb526cc03d4847eb"/>
    <p:sldId xmlns:r="http://schemas.openxmlformats.org/officeDocument/2006/relationships" id="259" r:id="Rabe9f9a2c9554bca"/>
    <p:sldId xmlns:r="http://schemas.openxmlformats.org/officeDocument/2006/relationships" id="260" r:id="R92be306100934c6c"/>
    <p:sldId xmlns:r="http://schemas.openxmlformats.org/officeDocument/2006/relationships" id="261" r:id="Rfb8ecebd3e9247e9"/>
    <p:sldId xmlns:r="http://schemas.openxmlformats.org/officeDocument/2006/relationships" id="262" r:id="R01f03f5736b94476"/>
    <p:sldId xmlns:r="http://schemas.openxmlformats.org/officeDocument/2006/relationships" id="263" r:id="R3185430012ca4be1"/>
    <p:sldId xmlns:r="http://schemas.openxmlformats.org/officeDocument/2006/relationships" id="264" r:id="R80a67b936efb4d7a"/>
    <p:sldId xmlns:r="http://schemas.openxmlformats.org/officeDocument/2006/relationships" id="265" r:id="Rd282713b62064d7e"/>
    <p:sldId xmlns:r="http://schemas.openxmlformats.org/officeDocument/2006/relationships" id="266" r:id="Re45853f6baea43ca"/>
    <p:sldId xmlns:r="http://schemas.openxmlformats.org/officeDocument/2006/relationships" id="267" r:id="R2fd81bace29b430e"/>
    <p:sldId xmlns:r="http://schemas.openxmlformats.org/officeDocument/2006/relationships" id="268" r:id="Ra259f4d16ecf4783"/>
    <p:sldId xmlns:r="http://schemas.openxmlformats.org/officeDocument/2006/relationships" id="269" r:id="R72e39b04775842da"/>
    <p:sldId xmlns:r="http://schemas.openxmlformats.org/officeDocument/2006/relationships" id="270" r:id="R31ea24ddee674570"/>
    <p:sldId xmlns:r="http://schemas.openxmlformats.org/officeDocument/2006/relationships" id="271" r:id="R0b4a5b4e28a04f00"/>
    <p:sldId xmlns:r="http://schemas.openxmlformats.org/officeDocument/2006/relationships" id="272" r:id="R015ca29b1777460a"/>
    <p:sldId xmlns:r="http://schemas.openxmlformats.org/officeDocument/2006/relationships" id="273" r:id="Rca1d7f76288f43ed"/>
    <p:sldId xmlns:r="http://schemas.openxmlformats.org/officeDocument/2006/relationships" id="274" r:id="R2a6688ec4e8e41f3"/>
    <p:sldId xmlns:r="http://schemas.openxmlformats.org/officeDocument/2006/relationships" id="275" r:id="R9d8b2cdd8adb466d"/>
    <p:sldId xmlns:r="http://schemas.openxmlformats.org/officeDocument/2006/relationships" id="276" r:id="R494c444097934948"/>
    <p:sldId xmlns:r="http://schemas.openxmlformats.org/officeDocument/2006/relationships" id="277" r:id="R2d79193c83ed485e"/>
    <p:sldId xmlns:r="http://schemas.openxmlformats.org/officeDocument/2006/relationships" id="278" r:id="R2fc59d7ac0384d5e"/>
    <p:sldId xmlns:r="http://schemas.openxmlformats.org/officeDocument/2006/relationships" id="279" r:id="R27025f98a770494b"/>
    <p:sldId xmlns:r="http://schemas.openxmlformats.org/officeDocument/2006/relationships" id="280" r:id="Ra89794663ad54adb"/>
    <p:sldId xmlns:r="http://schemas.openxmlformats.org/officeDocument/2006/relationships" id="281" r:id="Ra2cd32b3e7e64029"/>
    <p:sldId xmlns:r="http://schemas.openxmlformats.org/officeDocument/2006/relationships" id="282" r:id="R7a4a6bada38646d0"/>
    <p:sldId xmlns:r="http://schemas.openxmlformats.org/officeDocument/2006/relationships" id="283" r:id="R91809e7bd1de4cf0"/>
    <p:sldId xmlns:r="http://schemas.openxmlformats.org/officeDocument/2006/relationships" id="284" r:id="Rb8531af1f76a4332"/>
    <p:sldId xmlns:r="http://schemas.openxmlformats.org/officeDocument/2006/relationships" id="285" r:id="R60957d9fad8a4e33"/>
    <p:sldId xmlns:r="http://schemas.openxmlformats.org/officeDocument/2006/relationships" id="286" r:id="R88570f6d397e4893"/>
    <p:sldId xmlns:r="http://schemas.openxmlformats.org/officeDocument/2006/relationships" id="287" r:id="Rb218617823a24634"/>
    <p:sldId xmlns:r="http://schemas.openxmlformats.org/officeDocument/2006/relationships" id="288" r:id="R7567ef181147466f"/>
    <p:sldId xmlns:r="http://schemas.openxmlformats.org/officeDocument/2006/relationships" id="289" r:id="R5c4f4b4eae0c43dd"/>
    <p:sldId xmlns:r="http://schemas.openxmlformats.org/officeDocument/2006/relationships" id="290" r:id="R35428053c69c4f96"/>
    <p:sldId xmlns:r="http://schemas.openxmlformats.org/officeDocument/2006/relationships" id="291" r:id="R55d29c2be6af47d0"/>
    <p:sldId xmlns:r="http://schemas.openxmlformats.org/officeDocument/2006/relationships" id="292" r:id="R9c61315223224dd7"/>
    <p:sldId xmlns:r="http://schemas.openxmlformats.org/officeDocument/2006/relationships" id="293" r:id="Rd64fa24e4b294d66"/>
    <p:sldId xmlns:r="http://schemas.openxmlformats.org/officeDocument/2006/relationships" id="294" r:id="Rd8b3b59351fc404f"/>
    <p:sldId xmlns:r="http://schemas.openxmlformats.org/officeDocument/2006/relationships" id="295" r:id="Rb0b84fa6847a413b"/>
    <p:sldId xmlns:r="http://schemas.openxmlformats.org/officeDocument/2006/relationships" id="296" r:id="R6475fd34c6ab404c"/>
    <p:sldId xmlns:r="http://schemas.openxmlformats.org/officeDocument/2006/relationships" id="297" r:id="Rd917bf301a724a58"/>
    <p:sldId xmlns:r="http://schemas.openxmlformats.org/officeDocument/2006/relationships" id="298" r:id="R292dd8a77fae4930"/>
    <p:sldId xmlns:r="http://schemas.openxmlformats.org/officeDocument/2006/relationships" id="299" r:id="R26a47f6ba0874f02"/>
    <p:sldId xmlns:r="http://schemas.openxmlformats.org/officeDocument/2006/relationships" id="300" r:id="R3d9b37b1ccc84b77"/>
    <p:sldId xmlns:r="http://schemas.openxmlformats.org/officeDocument/2006/relationships" id="301" r:id="Rc603da5a4e9b4011"/>
    <p:sldId xmlns:r="http://schemas.openxmlformats.org/officeDocument/2006/relationships" id="302" r:id="R210764eaf41f4a54"/>
    <p:sldId xmlns:r="http://schemas.openxmlformats.org/officeDocument/2006/relationships" id="303" r:id="R30a78236b3cd4786"/>
    <p:sldId xmlns:r="http://schemas.openxmlformats.org/officeDocument/2006/relationships" id="304" r:id="R3f8ad469b8d84e8c"/>
    <p:sldId xmlns:r="http://schemas.openxmlformats.org/officeDocument/2006/relationships" id="305" r:id="R0299571affad4603"/>
    <p:sldId xmlns:r="http://schemas.openxmlformats.org/officeDocument/2006/relationships" id="306" r:id="Rbb49dea0666743d9"/>
    <p:sldId xmlns:r="http://schemas.openxmlformats.org/officeDocument/2006/relationships" id="307" r:id="R3966566c51024c28"/>
    <p:sldId xmlns:r="http://schemas.openxmlformats.org/officeDocument/2006/relationships" id="308" r:id="Rface26ae4a4441e8"/>
    <p:sldId xmlns:r="http://schemas.openxmlformats.org/officeDocument/2006/relationships" id="309" r:id="R05f7db3ce1be48ac"/>
    <p:sldId xmlns:r="http://schemas.openxmlformats.org/officeDocument/2006/relationships" id="310" r:id="Ra619368f586a4cbd"/>
    <p:sldId xmlns:r="http://schemas.openxmlformats.org/officeDocument/2006/relationships" id="311" r:id="Rd5acec895fec463d"/>
    <p:sldId xmlns:r="http://schemas.openxmlformats.org/officeDocument/2006/relationships" id="312" r:id="R85590b9e6f9b4add"/>
    <p:sldId xmlns:r="http://schemas.openxmlformats.org/officeDocument/2006/relationships" id="313" r:id="R9e122cc1637b4d1c"/>
    <p:sldId xmlns:r="http://schemas.openxmlformats.org/officeDocument/2006/relationships" id="314" r:id="R4e02dafec4f14fd5"/>
    <p:sldId xmlns:r="http://schemas.openxmlformats.org/officeDocument/2006/relationships" id="315" r:id="R9f6e848be4284800"/>
    <p:sldId xmlns:r="http://schemas.openxmlformats.org/officeDocument/2006/relationships" id="316" r:id="R7572c6613b644367"/>
    <p:sldId xmlns:r="http://schemas.openxmlformats.org/officeDocument/2006/relationships" id="317" r:id="R2ce860e87fab4ae9"/>
    <p:sldId xmlns:r="http://schemas.openxmlformats.org/officeDocument/2006/relationships" id="318" r:id="R837475813d8e48de"/>
    <p:sldId xmlns:r="http://schemas.openxmlformats.org/officeDocument/2006/relationships" id="319" r:id="R653d5bfc1c3f4313"/>
    <p:sldId xmlns:r="http://schemas.openxmlformats.org/officeDocument/2006/relationships" id="320" r:id="Redbbc7cb15bd400e"/>
    <p:sldId xmlns:r="http://schemas.openxmlformats.org/officeDocument/2006/relationships" id="321" r:id="Rcc7631ac62a64631"/>
    <p:sldId xmlns:r="http://schemas.openxmlformats.org/officeDocument/2006/relationships" id="322" r:id="Rde4cb292047d428d"/>
    <p:sldId xmlns:r="http://schemas.openxmlformats.org/officeDocument/2006/relationships" id="323" r:id="R41e37626eaaf4aac"/>
    <p:sldId xmlns:r="http://schemas.openxmlformats.org/officeDocument/2006/relationships" id="324" r:id="R63f03412912b4f64"/>
    <p:sldId xmlns:r="http://schemas.openxmlformats.org/officeDocument/2006/relationships" id="325" r:id="R113b87a89eb04b18"/>
    <p:sldId xmlns:r="http://schemas.openxmlformats.org/officeDocument/2006/relationships" id="326" r:id="Rb42b13324b9f4881"/>
    <p:sldId xmlns:r="http://schemas.openxmlformats.org/officeDocument/2006/relationships" id="327" r:id="Rfbfc2284f7184e08"/>
    <p:sldId xmlns:r="http://schemas.openxmlformats.org/officeDocument/2006/relationships" id="328" r:id="R08058342464d4162"/>
    <p:sldId xmlns:r="http://schemas.openxmlformats.org/officeDocument/2006/relationships" id="329" r:id="R31601813c6414066"/>
    <p:sldId xmlns:r="http://schemas.openxmlformats.org/officeDocument/2006/relationships" id="330" r:id="Ra24ecf52143a47b7"/>
    <p:sldId xmlns:r="http://schemas.openxmlformats.org/officeDocument/2006/relationships" id="331" r:id="R0f696379842e4c88"/>
    <p:sldId xmlns:r="http://schemas.openxmlformats.org/officeDocument/2006/relationships" id="332" r:id="R1b18cf7f9fa048f4"/>
    <p:sldId xmlns:r="http://schemas.openxmlformats.org/officeDocument/2006/relationships" id="333" r:id="R2991e448316e4b5f"/>
    <p:sldId xmlns:r="http://schemas.openxmlformats.org/officeDocument/2006/relationships" id="334" r:id="Rc6dea49c844a4abd"/>
    <p:sldId xmlns:r="http://schemas.openxmlformats.org/officeDocument/2006/relationships" id="335" r:id="R648b63ea58e04983"/>
    <p:sldId xmlns:r="http://schemas.openxmlformats.org/officeDocument/2006/relationships" id="336" r:id="R3ab1f6f569ba4e7e"/>
    <p:sldId xmlns:r="http://schemas.openxmlformats.org/officeDocument/2006/relationships" id="337" r:id="R8d5ac03b75604d72"/>
    <p:sldId xmlns:r="http://schemas.openxmlformats.org/officeDocument/2006/relationships" id="338" r:id="Raf3c8503f6c445b6"/>
    <p:sldId xmlns:r="http://schemas.openxmlformats.org/officeDocument/2006/relationships" id="340" r:id="Rd4f5f20af7b1b8e5"/>
    <p:sldId xmlns:r="http://schemas.openxmlformats.org/officeDocument/2006/relationships" id="341" r:id="R702075b9c8d3291f"/>
    <p:sldId xmlns:r="http://schemas.openxmlformats.org/officeDocument/2006/relationships" id="342" r:id="Re5588f2a9f04d5be"/>
    <p:sldId xmlns:r="http://schemas.openxmlformats.org/officeDocument/2006/relationships" id="343" r:id="R48c6539889c7b7b4"/>
    <p:sldId xmlns:r="http://schemas.openxmlformats.org/officeDocument/2006/relationships" id="344" r:id="R5a511f9ac528b1dc"/>
    <p:sldId xmlns:r="http://schemas.openxmlformats.org/officeDocument/2006/relationships" id="345" r:id="R255f001504e3c52e"/>
    <p:sldId xmlns:r="http://schemas.openxmlformats.org/officeDocument/2006/relationships" id="346" r:id="R71e7536b784afb20"/>
    <p:sldId xmlns:r="http://schemas.openxmlformats.org/officeDocument/2006/relationships" id="347" r:id="Rf4ee206630577f5a"/>
    <p:sldId xmlns:r="http://schemas.openxmlformats.org/officeDocument/2006/relationships" id="348" r:id="Rb0ad0858bc44003c"/>
    <p:sldId xmlns:r="http://schemas.openxmlformats.org/officeDocument/2006/relationships" id="349" r:id="R139295f0b3b84bc7"/>
    <p:sldId xmlns:r="http://schemas.openxmlformats.org/officeDocument/2006/relationships" id="339" r:id="R31faa33d3bce42b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c9f53126c448c3" /><Relationship Type="http://schemas.openxmlformats.org/officeDocument/2006/relationships/slideMaster" Target="/ppt/slideMasters/slideMaster1.xml" Id="Rf90f44b3993346a8" /><Relationship Type="http://schemas.openxmlformats.org/officeDocument/2006/relationships/notesMaster" Target="/ppt/notesMasters/notesMaster1.xml" Id="R7a07f356ca4e466f" /><Relationship Type="http://schemas.openxmlformats.org/officeDocument/2006/relationships/presProps" Target="/ppt/presProps.xml" Id="R31a019d3c20548e2" /><Relationship Type="http://schemas.openxmlformats.org/officeDocument/2006/relationships/tableStyles" Target="/ppt/tableStyles.xml" Id="R38f385b4369a4d17" /><Relationship Type="http://schemas.openxmlformats.org/officeDocument/2006/relationships/slide" Target="/ppt/slides/slide1.xml" Id="R9af5ade6f84644f6" /><Relationship Type="http://schemas.openxmlformats.org/officeDocument/2006/relationships/slide" Target="/ppt/slides/slide2.xml" Id="Rd0288e975c2f4069" /><Relationship Type="http://schemas.openxmlformats.org/officeDocument/2006/relationships/slide" Target="/ppt/slides/slide3.xml" Id="Reb526cc03d4847eb" /><Relationship Type="http://schemas.openxmlformats.org/officeDocument/2006/relationships/slide" Target="/ppt/slides/slide4.xml" Id="Rabe9f9a2c9554bca" /><Relationship Type="http://schemas.openxmlformats.org/officeDocument/2006/relationships/slide" Target="/ppt/slides/slide5.xml" Id="R92be306100934c6c" /><Relationship Type="http://schemas.openxmlformats.org/officeDocument/2006/relationships/slide" Target="/ppt/slides/slide6.xml" Id="Rfb8ecebd3e9247e9" /><Relationship Type="http://schemas.openxmlformats.org/officeDocument/2006/relationships/slide" Target="/ppt/slides/slide7.xml" Id="R01f03f5736b94476" /><Relationship Type="http://schemas.openxmlformats.org/officeDocument/2006/relationships/slide" Target="/ppt/slides/slide8.xml" Id="R3185430012ca4be1" /><Relationship Type="http://schemas.openxmlformats.org/officeDocument/2006/relationships/slide" Target="/ppt/slides/slide9.xml" Id="R80a67b936efb4d7a" /><Relationship Type="http://schemas.openxmlformats.org/officeDocument/2006/relationships/slide" Target="/ppt/slides/slide10.xml" Id="Rd282713b62064d7e" /><Relationship Type="http://schemas.openxmlformats.org/officeDocument/2006/relationships/slide" Target="/ppt/slides/slide11.xml" Id="Re45853f6baea43ca" /><Relationship Type="http://schemas.openxmlformats.org/officeDocument/2006/relationships/slide" Target="/ppt/slides/slide12.xml" Id="R2fd81bace29b430e" /><Relationship Type="http://schemas.openxmlformats.org/officeDocument/2006/relationships/slide" Target="/ppt/slides/slide13.xml" Id="Ra259f4d16ecf4783" /><Relationship Type="http://schemas.openxmlformats.org/officeDocument/2006/relationships/slide" Target="/ppt/slides/slide14.xml" Id="R72e39b04775842da" /><Relationship Type="http://schemas.openxmlformats.org/officeDocument/2006/relationships/slide" Target="/ppt/slides/slide15.xml" Id="R31ea24ddee674570" /><Relationship Type="http://schemas.openxmlformats.org/officeDocument/2006/relationships/slide" Target="/ppt/slides/slide16.xml" Id="R0b4a5b4e28a04f00" /><Relationship Type="http://schemas.openxmlformats.org/officeDocument/2006/relationships/slide" Target="/ppt/slides/slide17.xml" Id="R015ca29b1777460a" /><Relationship Type="http://schemas.openxmlformats.org/officeDocument/2006/relationships/slide" Target="/ppt/slides/slide18.xml" Id="Rca1d7f76288f43ed" /><Relationship Type="http://schemas.openxmlformats.org/officeDocument/2006/relationships/slide" Target="/ppt/slides/slide19.xml" Id="R2a6688ec4e8e41f3" /><Relationship Type="http://schemas.openxmlformats.org/officeDocument/2006/relationships/slide" Target="/ppt/slides/slide20.xml" Id="R9d8b2cdd8adb466d" /><Relationship Type="http://schemas.openxmlformats.org/officeDocument/2006/relationships/slide" Target="/ppt/slides/slide21.xml" Id="R494c444097934948" /><Relationship Type="http://schemas.openxmlformats.org/officeDocument/2006/relationships/slide" Target="/ppt/slides/slide22.xml" Id="R2d79193c83ed485e" /><Relationship Type="http://schemas.openxmlformats.org/officeDocument/2006/relationships/slide" Target="/ppt/slides/slide23.xml" Id="R2fc59d7ac0384d5e" /><Relationship Type="http://schemas.openxmlformats.org/officeDocument/2006/relationships/slide" Target="/ppt/slides/slide24.xml" Id="R27025f98a770494b" /><Relationship Type="http://schemas.openxmlformats.org/officeDocument/2006/relationships/slide" Target="/ppt/slides/slide25.xml" Id="Ra89794663ad54adb" /><Relationship Type="http://schemas.openxmlformats.org/officeDocument/2006/relationships/slide" Target="/ppt/slides/slide26.xml" Id="Ra2cd32b3e7e64029" /><Relationship Type="http://schemas.openxmlformats.org/officeDocument/2006/relationships/slide" Target="/ppt/slides/slide27.xml" Id="R7a4a6bada38646d0" /><Relationship Type="http://schemas.openxmlformats.org/officeDocument/2006/relationships/slide" Target="/ppt/slides/slide28.xml" Id="R91809e7bd1de4cf0" /><Relationship Type="http://schemas.openxmlformats.org/officeDocument/2006/relationships/slide" Target="/ppt/slides/slide29.xml" Id="Rb8531af1f76a4332" /><Relationship Type="http://schemas.openxmlformats.org/officeDocument/2006/relationships/slide" Target="/ppt/slides/slide30.xml" Id="R60957d9fad8a4e33" /><Relationship Type="http://schemas.openxmlformats.org/officeDocument/2006/relationships/slide" Target="/ppt/slides/slide31.xml" Id="R88570f6d397e4893" /><Relationship Type="http://schemas.openxmlformats.org/officeDocument/2006/relationships/slide" Target="/ppt/slides/slide32.xml" Id="Rb218617823a24634" /><Relationship Type="http://schemas.openxmlformats.org/officeDocument/2006/relationships/slide" Target="/ppt/slides/slide33.xml" Id="R7567ef181147466f" /><Relationship Type="http://schemas.openxmlformats.org/officeDocument/2006/relationships/slide" Target="/ppt/slides/slide34.xml" Id="R5c4f4b4eae0c43dd" /><Relationship Type="http://schemas.openxmlformats.org/officeDocument/2006/relationships/slide" Target="/ppt/slides/slide35.xml" Id="R35428053c69c4f96" /><Relationship Type="http://schemas.openxmlformats.org/officeDocument/2006/relationships/slide" Target="/ppt/slides/slide36.xml" Id="R55d29c2be6af47d0" /><Relationship Type="http://schemas.openxmlformats.org/officeDocument/2006/relationships/slide" Target="/ppt/slides/slide37.xml" Id="R9c61315223224dd7" /><Relationship Type="http://schemas.openxmlformats.org/officeDocument/2006/relationships/slide" Target="/ppt/slides/slide38.xml" Id="Rd64fa24e4b294d66" /><Relationship Type="http://schemas.openxmlformats.org/officeDocument/2006/relationships/slide" Target="/ppt/slides/slide39.xml" Id="Rd8b3b59351fc404f" /><Relationship Type="http://schemas.openxmlformats.org/officeDocument/2006/relationships/slide" Target="/ppt/slides/slide40.xml" Id="Rb0b84fa6847a413b" /><Relationship Type="http://schemas.openxmlformats.org/officeDocument/2006/relationships/slide" Target="/ppt/slides/slide41.xml" Id="R6475fd34c6ab404c" /><Relationship Type="http://schemas.openxmlformats.org/officeDocument/2006/relationships/slide" Target="/ppt/slides/slide42.xml" Id="Rd917bf301a724a58" /><Relationship Type="http://schemas.openxmlformats.org/officeDocument/2006/relationships/slide" Target="/ppt/slides/slide43.xml" Id="R292dd8a77fae4930" /><Relationship Type="http://schemas.openxmlformats.org/officeDocument/2006/relationships/slide" Target="/ppt/slides/slide44.xml" Id="R26a47f6ba0874f02" /><Relationship Type="http://schemas.openxmlformats.org/officeDocument/2006/relationships/slide" Target="/ppt/slides/slide45.xml" Id="R3d9b37b1ccc84b77" /><Relationship Type="http://schemas.openxmlformats.org/officeDocument/2006/relationships/slide" Target="/ppt/slides/slide46.xml" Id="Rc603da5a4e9b4011" /><Relationship Type="http://schemas.openxmlformats.org/officeDocument/2006/relationships/slide" Target="/ppt/slides/slide47.xml" Id="R210764eaf41f4a54" /><Relationship Type="http://schemas.openxmlformats.org/officeDocument/2006/relationships/slide" Target="/ppt/slides/slide48.xml" Id="R30a78236b3cd4786" /><Relationship Type="http://schemas.openxmlformats.org/officeDocument/2006/relationships/slide" Target="/ppt/slides/slide49.xml" Id="R3f8ad469b8d84e8c" /><Relationship Type="http://schemas.openxmlformats.org/officeDocument/2006/relationships/slide" Target="/ppt/slides/slide50.xml" Id="R0299571affad4603" /><Relationship Type="http://schemas.openxmlformats.org/officeDocument/2006/relationships/slide" Target="/ppt/slides/slide51.xml" Id="Rbb49dea0666743d9" /><Relationship Type="http://schemas.openxmlformats.org/officeDocument/2006/relationships/slide" Target="/ppt/slides/slide52.xml" Id="R3966566c51024c28" /><Relationship Type="http://schemas.openxmlformats.org/officeDocument/2006/relationships/slide" Target="/ppt/slides/slide53.xml" Id="Rface26ae4a4441e8" /><Relationship Type="http://schemas.openxmlformats.org/officeDocument/2006/relationships/slide" Target="/ppt/slides/slide54.xml" Id="R05f7db3ce1be48ac" /><Relationship Type="http://schemas.openxmlformats.org/officeDocument/2006/relationships/slide" Target="/ppt/slides/slide55.xml" Id="Ra619368f586a4cbd" /><Relationship Type="http://schemas.openxmlformats.org/officeDocument/2006/relationships/slide" Target="/ppt/slides/slide56.xml" Id="Rd5acec895fec463d" /><Relationship Type="http://schemas.openxmlformats.org/officeDocument/2006/relationships/slide" Target="/ppt/slides/slide57.xml" Id="R85590b9e6f9b4add" /><Relationship Type="http://schemas.openxmlformats.org/officeDocument/2006/relationships/slide" Target="/ppt/slides/slide58.xml" Id="R9e122cc1637b4d1c" /><Relationship Type="http://schemas.openxmlformats.org/officeDocument/2006/relationships/slide" Target="/ppt/slides/slide59.xml" Id="R4e02dafec4f14fd5" /><Relationship Type="http://schemas.openxmlformats.org/officeDocument/2006/relationships/slide" Target="/ppt/slides/slide60.xml" Id="R9f6e848be4284800" /><Relationship Type="http://schemas.openxmlformats.org/officeDocument/2006/relationships/slide" Target="/ppt/slides/slide61.xml" Id="R7572c6613b644367" /><Relationship Type="http://schemas.openxmlformats.org/officeDocument/2006/relationships/slide" Target="/ppt/slides/slide62.xml" Id="R2ce860e87fab4ae9" /><Relationship Type="http://schemas.openxmlformats.org/officeDocument/2006/relationships/slide" Target="/ppt/slides/slide63.xml" Id="R837475813d8e48de" /><Relationship Type="http://schemas.openxmlformats.org/officeDocument/2006/relationships/slide" Target="/ppt/slides/slide64.xml" Id="R653d5bfc1c3f4313" /><Relationship Type="http://schemas.openxmlformats.org/officeDocument/2006/relationships/slide" Target="/ppt/slides/slide65.xml" Id="Redbbc7cb15bd400e" /><Relationship Type="http://schemas.openxmlformats.org/officeDocument/2006/relationships/slide" Target="/ppt/slides/slide66.xml" Id="Rcc7631ac62a64631" /><Relationship Type="http://schemas.openxmlformats.org/officeDocument/2006/relationships/slide" Target="/ppt/slides/slide67.xml" Id="Rde4cb292047d428d" /><Relationship Type="http://schemas.openxmlformats.org/officeDocument/2006/relationships/slide" Target="/ppt/slides/slide68.xml" Id="R41e37626eaaf4aac" /><Relationship Type="http://schemas.openxmlformats.org/officeDocument/2006/relationships/slide" Target="/ppt/slides/slide69.xml" Id="R63f03412912b4f64" /><Relationship Type="http://schemas.openxmlformats.org/officeDocument/2006/relationships/slide" Target="/ppt/slides/slide70.xml" Id="R113b87a89eb04b18" /><Relationship Type="http://schemas.openxmlformats.org/officeDocument/2006/relationships/slide" Target="/ppt/slides/slide71.xml" Id="Rb42b13324b9f4881" /><Relationship Type="http://schemas.openxmlformats.org/officeDocument/2006/relationships/slide" Target="/ppt/slides/slide72.xml" Id="Rfbfc2284f7184e08" /><Relationship Type="http://schemas.openxmlformats.org/officeDocument/2006/relationships/slide" Target="/ppt/slides/slide73.xml" Id="R08058342464d4162" /><Relationship Type="http://schemas.openxmlformats.org/officeDocument/2006/relationships/slide" Target="/ppt/slides/slide74.xml" Id="R31601813c6414066" /><Relationship Type="http://schemas.openxmlformats.org/officeDocument/2006/relationships/slide" Target="/ppt/slides/slide75.xml" Id="Ra24ecf52143a47b7" /><Relationship Type="http://schemas.openxmlformats.org/officeDocument/2006/relationships/slide" Target="/ppt/slides/slide76.xml" Id="R0f696379842e4c88" /><Relationship Type="http://schemas.openxmlformats.org/officeDocument/2006/relationships/slide" Target="/ppt/slides/slide77.xml" Id="R1b18cf7f9fa048f4" /><Relationship Type="http://schemas.openxmlformats.org/officeDocument/2006/relationships/slide" Target="/ppt/slides/slide78.xml" Id="R2991e448316e4b5f" /><Relationship Type="http://schemas.openxmlformats.org/officeDocument/2006/relationships/slide" Target="/ppt/slides/slide79.xml" Id="Rc6dea49c844a4abd" /><Relationship Type="http://schemas.openxmlformats.org/officeDocument/2006/relationships/slide" Target="/ppt/slides/slide80.xml" Id="R648b63ea58e04983" /><Relationship Type="http://schemas.openxmlformats.org/officeDocument/2006/relationships/slide" Target="/ppt/slides/slide81.xml" Id="R3ab1f6f569ba4e7e" /><Relationship Type="http://schemas.openxmlformats.org/officeDocument/2006/relationships/slide" Target="/ppt/slides/slide82.xml" Id="R8d5ac03b75604d72" /><Relationship Type="http://schemas.openxmlformats.org/officeDocument/2006/relationships/slide" Target="/ppt/slides/slide83.xml" Id="Raf3c8503f6c445b6" /><Relationship Type="http://schemas.openxmlformats.org/officeDocument/2006/relationships/slide" Target="/ppt/slides/slide84.xml" Id="R31faa33d3bce42ba" /><Relationship Type="http://schemas.openxmlformats.org/officeDocument/2006/relationships/slide" Target="/ppt/slides/slide85.xml" Id="Rd4f5f20af7b1b8e5" /><Relationship Type="http://schemas.openxmlformats.org/officeDocument/2006/relationships/slide" Target="/ppt/slides/slide86.xml" Id="R702075b9c8d3291f" /><Relationship Type="http://schemas.openxmlformats.org/officeDocument/2006/relationships/slide" Target="/ppt/slides/slide87.xml" Id="Re5588f2a9f04d5be" /><Relationship Type="http://schemas.openxmlformats.org/officeDocument/2006/relationships/slide" Target="/ppt/slides/slide88.xml" Id="R48c6539889c7b7b4" /><Relationship Type="http://schemas.openxmlformats.org/officeDocument/2006/relationships/slide" Target="/ppt/slides/slide89.xml" Id="R5a511f9ac528b1dc" /><Relationship Type="http://schemas.openxmlformats.org/officeDocument/2006/relationships/slide" Target="/ppt/slides/slide90.xml" Id="R255f001504e3c52e" /><Relationship Type="http://schemas.openxmlformats.org/officeDocument/2006/relationships/slide" Target="/ppt/slides/slide91.xml" Id="R71e7536b784afb20" /><Relationship Type="http://schemas.openxmlformats.org/officeDocument/2006/relationships/slide" Target="/ppt/slides/slide92.xml" Id="Rf4ee206630577f5a" /><Relationship Type="http://schemas.openxmlformats.org/officeDocument/2006/relationships/slide" Target="/ppt/slides/slide93.xml" Id="Rb0ad0858bc44003c" /><Relationship Type="http://schemas.openxmlformats.org/officeDocument/2006/relationships/slide" Target="/ppt/slides/slide94.xml" Id="R139295f0b3b84b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70e4e47a3747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5491a5e6e545ed" /><Relationship Type="http://schemas.openxmlformats.org/officeDocument/2006/relationships/notesMaster" Target="/ppt/notesMasters/notesMaster1.xml" Id="R8ea35a97ecff4a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184e2284784f24" /><Relationship Type="http://schemas.openxmlformats.org/officeDocument/2006/relationships/notesMaster" Target="/ppt/notesMasters/notesMaster1.xml" Id="Ra1c367d0671245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cf7e96518d4937" /><Relationship Type="http://schemas.openxmlformats.org/officeDocument/2006/relationships/notesMaster" Target="/ppt/notesMasters/notesMaster1.xml" Id="R96eb04e69f4e43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d3aeca013e740c7" /><Relationship Type="http://schemas.openxmlformats.org/officeDocument/2006/relationships/notesMaster" Target="/ppt/notesMasters/notesMaster1.xml" Id="Raf7dbd90b95a48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0568c2455c49a6" /><Relationship Type="http://schemas.openxmlformats.org/officeDocument/2006/relationships/notesMaster" Target="/ppt/notesMasters/notesMaster1.xml" Id="R66ca4e80c7bb43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313ebb8ead4375" /><Relationship Type="http://schemas.openxmlformats.org/officeDocument/2006/relationships/notesMaster" Target="/ppt/notesMasters/notesMaster1.xml" Id="R45f23f7399a1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a004d61c684722" /><Relationship Type="http://schemas.openxmlformats.org/officeDocument/2006/relationships/notesMaster" Target="/ppt/notesMasters/notesMaster1.xml" Id="R1b09151b82a547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ab422ece404943" /><Relationship Type="http://schemas.openxmlformats.org/officeDocument/2006/relationships/notesMaster" Target="/ppt/notesMasters/notesMaster1.xml" Id="R20bf850a810043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d75dc9723548d9" /><Relationship Type="http://schemas.openxmlformats.org/officeDocument/2006/relationships/notesMaster" Target="/ppt/notesMasters/notesMaster1.xml" Id="Rd9deb25049a84e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65e07b15164fc9" /><Relationship Type="http://schemas.openxmlformats.org/officeDocument/2006/relationships/notesMaster" Target="/ppt/notesMasters/notesMaster1.xml" Id="Rd37d5b86abad42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0536b36d7c427e" /><Relationship Type="http://schemas.openxmlformats.org/officeDocument/2006/relationships/notesMaster" Target="/ppt/notesMasters/notesMaster1.xml" Id="Rf2a6599e80e340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62a61f40cf43f9" /><Relationship Type="http://schemas.openxmlformats.org/officeDocument/2006/relationships/notesMaster" Target="/ppt/notesMasters/notesMaster1.xml" Id="R7b03cbc63ac045d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9345f53ae04e46" /><Relationship Type="http://schemas.openxmlformats.org/officeDocument/2006/relationships/notesMaster" Target="/ppt/notesMasters/notesMaster1.xml" Id="Ra74a8038c7014b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4e2ae04464d38" /><Relationship Type="http://schemas.openxmlformats.org/officeDocument/2006/relationships/notesMaster" Target="/ppt/notesMasters/notesMaster1.xml" Id="R78f5db7903d84b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313cc88a3c4131" /><Relationship Type="http://schemas.openxmlformats.org/officeDocument/2006/relationships/notesMaster" Target="/ppt/notesMasters/notesMaster1.xml" Id="Rd4381e3044ce4c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b8b0517d374984" /><Relationship Type="http://schemas.openxmlformats.org/officeDocument/2006/relationships/notesMaster" Target="/ppt/notesMasters/notesMaster1.xml" Id="R8b41d09b24b048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776afed69fe4464" /><Relationship Type="http://schemas.openxmlformats.org/officeDocument/2006/relationships/notesMaster" Target="/ppt/notesMasters/notesMaster1.xml" Id="R215fcd83012a4c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fdc6fa40d254f4c" /><Relationship Type="http://schemas.openxmlformats.org/officeDocument/2006/relationships/notesMaster" Target="/ppt/notesMasters/notesMaster1.xml" Id="Rbc9395de5bfa4e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e55d0a3eca43ec" /><Relationship Type="http://schemas.openxmlformats.org/officeDocument/2006/relationships/notesMaster" Target="/ppt/notesMasters/notesMaster1.xml" Id="Ra7cceafbc1f34e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895620ecc954d01" /><Relationship Type="http://schemas.openxmlformats.org/officeDocument/2006/relationships/notesMaster" Target="/ppt/notesMasters/notesMaster1.xml" Id="Ra9e73beb9ae443c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c7112ff338746e8" /><Relationship Type="http://schemas.openxmlformats.org/officeDocument/2006/relationships/notesMaster" Target="/ppt/notesMasters/notesMaster1.xml" Id="Ra7dd0d8c406b43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0901c8543d0453a" /><Relationship Type="http://schemas.openxmlformats.org/officeDocument/2006/relationships/notesMaster" Target="/ppt/notesMasters/notesMaster1.xml" Id="R7c2fc3e5081243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f7cc3a5bab42df" /><Relationship Type="http://schemas.openxmlformats.org/officeDocument/2006/relationships/notesMaster" Target="/ppt/notesMasters/notesMaster1.xml" Id="Rbede092e047344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44c26af8644308" /><Relationship Type="http://schemas.openxmlformats.org/officeDocument/2006/relationships/notesMaster" Target="/ppt/notesMasters/notesMaster1.xml" Id="R3485f3df83f4467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bfeeedef385461f" /><Relationship Type="http://schemas.openxmlformats.org/officeDocument/2006/relationships/notesMaster" Target="/ppt/notesMasters/notesMaster1.xml" Id="R173f243c7eb8430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bfb3fbc01d4a56" /><Relationship Type="http://schemas.openxmlformats.org/officeDocument/2006/relationships/notesMaster" Target="/ppt/notesMasters/notesMaster1.xml" Id="Recf655a41519420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142776fe5824289" /><Relationship Type="http://schemas.openxmlformats.org/officeDocument/2006/relationships/notesMaster" Target="/ppt/notesMasters/notesMaster1.xml" Id="R51ab72ae0cdc4b3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c2515ece08406f" /><Relationship Type="http://schemas.openxmlformats.org/officeDocument/2006/relationships/notesMaster" Target="/ppt/notesMasters/notesMaster1.xml" Id="R4d614d4f45ec42a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4ffd17fe6b145ab" /><Relationship Type="http://schemas.openxmlformats.org/officeDocument/2006/relationships/notesMaster" Target="/ppt/notesMasters/notesMaster1.xml" Id="R2bf388bb11df43d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657847b5494f96" /><Relationship Type="http://schemas.openxmlformats.org/officeDocument/2006/relationships/notesMaster" Target="/ppt/notesMasters/notesMaster1.xml" Id="Rb9734b2cf7824df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1e7b7cd320b422f" /><Relationship Type="http://schemas.openxmlformats.org/officeDocument/2006/relationships/notesMaster" Target="/ppt/notesMasters/notesMaster1.xml" Id="R024dc14a088c4a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ce29970023f4385" /><Relationship Type="http://schemas.openxmlformats.org/officeDocument/2006/relationships/notesMaster" Target="/ppt/notesMasters/notesMaster1.xml" Id="Rf8230d5e7cd84db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36e64d7eac04af1" /><Relationship Type="http://schemas.openxmlformats.org/officeDocument/2006/relationships/notesMaster" Target="/ppt/notesMasters/notesMaster1.xml" Id="R96b192db118e472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9d7ad76500410d" /><Relationship Type="http://schemas.openxmlformats.org/officeDocument/2006/relationships/notesMaster" Target="/ppt/notesMasters/notesMaster1.xml" Id="R4d9572e8adcb447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2b1ed368c4420b" /><Relationship Type="http://schemas.openxmlformats.org/officeDocument/2006/relationships/notesMaster" Target="/ppt/notesMasters/notesMaster1.xml" Id="Ra2a9eb915b2f4c7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e5d0baa204d497a" /><Relationship Type="http://schemas.openxmlformats.org/officeDocument/2006/relationships/notesMaster" Target="/ppt/notesMasters/notesMaster1.xml" Id="Rc311b6795d2a4de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48c5004fdd248f0" /><Relationship Type="http://schemas.openxmlformats.org/officeDocument/2006/relationships/notesMaster" Target="/ppt/notesMasters/notesMaster1.xml" Id="R3103969993f2450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2cbcbd3fee54c52" /><Relationship Type="http://schemas.openxmlformats.org/officeDocument/2006/relationships/notesMaster" Target="/ppt/notesMasters/notesMaster1.xml" Id="R190847cf41e74b1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f6f3ae28279466b" /><Relationship Type="http://schemas.openxmlformats.org/officeDocument/2006/relationships/notesMaster" Target="/ppt/notesMasters/notesMaster1.xml" Id="R89943807a9234a9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2615c1ecbc04b08" /><Relationship Type="http://schemas.openxmlformats.org/officeDocument/2006/relationships/notesMaster" Target="/ppt/notesMasters/notesMaster1.xml" Id="R58149f76ef664d0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507209a57924608" /><Relationship Type="http://schemas.openxmlformats.org/officeDocument/2006/relationships/notesMaster" Target="/ppt/notesMasters/notesMaster1.xml" Id="Ra27003a64e48476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e4f96341adf456b" /><Relationship Type="http://schemas.openxmlformats.org/officeDocument/2006/relationships/notesMaster" Target="/ppt/notesMasters/notesMaster1.xml" Id="Re2db3ee56bdd42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80904c39d3744cb" /><Relationship Type="http://schemas.openxmlformats.org/officeDocument/2006/relationships/notesMaster" Target="/ppt/notesMasters/notesMaster1.xml" Id="Re7976934671047f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c43f2c67302408f" /><Relationship Type="http://schemas.openxmlformats.org/officeDocument/2006/relationships/notesMaster" Target="/ppt/notesMasters/notesMaster1.xml" Id="R8ecd34a699e3478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b30f52708574d6f" /><Relationship Type="http://schemas.openxmlformats.org/officeDocument/2006/relationships/notesMaster" Target="/ppt/notesMasters/notesMaster1.xml" Id="R4570c6c61754465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dba620709d24cae" /><Relationship Type="http://schemas.openxmlformats.org/officeDocument/2006/relationships/notesMaster" Target="/ppt/notesMasters/notesMaster1.xml" Id="R5a0d0fe1d77841c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632628e1ec44e9f" /><Relationship Type="http://schemas.openxmlformats.org/officeDocument/2006/relationships/notesMaster" Target="/ppt/notesMasters/notesMaster1.xml" Id="Rf11964765f1f459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09f3befa50b4b71" /><Relationship Type="http://schemas.openxmlformats.org/officeDocument/2006/relationships/notesMaster" Target="/ppt/notesMasters/notesMaster1.xml" Id="R82629b1d00934e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2e8544866d04b4e" /><Relationship Type="http://schemas.openxmlformats.org/officeDocument/2006/relationships/notesMaster" Target="/ppt/notesMasters/notesMaster1.xml" Id="R0c45b4ab2d9f47e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f31d01efe5445d3" /><Relationship Type="http://schemas.openxmlformats.org/officeDocument/2006/relationships/notesMaster" Target="/ppt/notesMasters/notesMaster1.xml" Id="R73f938ab163c4a4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b9c62a764ae4b82" /><Relationship Type="http://schemas.openxmlformats.org/officeDocument/2006/relationships/notesMaster" Target="/ppt/notesMasters/notesMaster1.xml" Id="Rfe8ec079ddf3414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2bbd7ff3c5141c2" /><Relationship Type="http://schemas.openxmlformats.org/officeDocument/2006/relationships/notesMaster" Target="/ppt/notesMasters/notesMaster1.xml" Id="Rc6c95bd5a9be494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5c4e46086464ff9" /><Relationship Type="http://schemas.openxmlformats.org/officeDocument/2006/relationships/notesMaster" Target="/ppt/notesMasters/notesMaster1.xml" Id="Rf1d76a5025c64ba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60631cb3a9943c0" /><Relationship Type="http://schemas.openxmlformats.org/officeDocument/2006/relationships/notesMaster" Target="/ppt/notesMasters/notesMaster1.xml" Id="R386c266577f2498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ef2592065b540ff" /><Relationship Type="http://schemas.openxmlformats.org/officeDocument/2006/relationships/notesMaster" Target="/ppt/notesMasters/notesMaster1.xml" Id="Ra9e087093c5a463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bfbfba67b974e20" /><Relationship Type="http://schemas.openxmlformats.org/officeDocument/2006/relationships/notesMaster" Target="/ppt/notesMasters/notesMaster1.xml" Id="R3969f2e4bf9240f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f51ac7442f44111" /><Relationship Type="http://schemas.openxmlformats.org/officeDocument/2006/relationships/notesMaster" Target="/ppt/notesMasters/notesMaster1.xml" Id="Re962447c05e142a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f283d6359314268" /><Relationship Type="http://schemas.openxmlformats.org/officeDocument/2006/relationships/notesMaster" Target="/ppt/notesMasters/notesMaster1.xml" Id="R5dac781c192b4d5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aebd0ba53c4458f" /><Relationship Type="http://schemas.openxmlformats.org/officeDocument/2006/relationships/notesMaster" Target="/ppt/notesMasters/notesMaster1.xml" Id="R2a849fe8cd89421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87648ce4e10494d" /><Relationship Type="http://schemas.openxmlformats.org/officeDocument/2006/relationships/notesMaster" Target="/ppt/notesMasters/notesMaster1.xml" Id="R0e8fce0b4ba941a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2ddcb45abfa4ae6" /><Relationship Type="http://schemas.openxmlformats.org/officeDocument/2006/relationships/notesMaster" Target="/ppt/notesMasters/notesMaster1.xml" Id="R3fc3ec6fec58444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67ee5140cac40d8" /><Relationship Type="http://schemas.openxmlformats.org/officeDocument/2006/relationships/notesMaster" Target="/ppt/notesMasters/notesMaster1.xml" Id="R44049b7a024f489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3ceba3905db48ac" /><Relationship Type="http://schemas.openxmlformats.org/officeDocument/2006/relationships/notesMaster" Target="/ppt/notesMasters/notesMaster1.xml" Id="Rbc85ad78a3c84f5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9779755d8f243ba" /><Relationship Type="http://schemas.openxmlformats.org/officeDocument/2006/relationships/notesMaster" Target="/ppt/notesMasters/notesMaster1.xml" Id="R76a715d2f2704f1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ccce885df9d4aab" /><Relationship Type="http://schemas.openxmlformats.org/officeDocument/2006/relationships/notesMaster" Target="/ppt/notesMasters/notesMaster1.xml" Id="Rd9501ad13ce244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936a444cc1d45f1" /><Relationship Type="http://schemas.openxmlformats.org/officeDocument/2006/relationships/notesMaster" Target="/ppt/notesMasters/notesMaster1.xml" Id="R12b00dea1ca74e6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4aeed6487c24d7d" /><Relationship Type="http://schemas.openxmlformats.org/officeDocument/2006/relationships/notesMaster" Target="/ppt/notesMasters/notesMaster1.xml" Id="R36544e3d38f24f1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11b3bbd6cc5455e" /><Relationship Type="http://schemas.openxmlformats.org/officeDocument/2006/relationships/notesMaster" Target="/ppt/notesMasters/notesMaster1.xml" Id="R0e8232f6d02546e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b047d449fa74fd3" /><Relationship Type="http://schemas.openxmlformats.org/officeDocument/2006/relationships/notesMaster" Target="/ppt/notesMasters/notesMaster1.xml" Id="Rf000976c67da425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31afa798fe446d" /><Relationship Type="http://schemas.openxmlformats.org/officeDocument/2006/relationships/notesMaster" Target="/ppt/notesMasters/notesMaster1.xml" Id="Re4c7475ff3514f2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eaeef9c0bf9499a" /><Relationship Type="http://schemas.openxmlformats.org/officeDocument/2006/relationships/notesMaster" Target="/ppt/notesMasters/notesMaster1.xml" Id="R6f80b7122e82452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a08893bae5a44da" /><Relationship Type="http://schemas.openxmlformats.org/officeDocument/2006/relationships/notesMaster" Target="/ppt/notesMasters/notesMaster1.xml" Id="Rb926e3bcb55448e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9375d581ef4ba6" /><Relationship Type="http://schemas.openxmlformats.org/officeDocument/2006/relationships/notesMaster" Target="/ppt/notesMasters/notesMaster1.xml" Id="R52592cb039514b0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ee5e44ee0cd41e7" /><Relationship Type="http://schemas.openxmlformats.org/officeDocument/2006/relationships/notesMaster" Target="/ppt/notesMasters/notesMaster1.xml" Id="Rebaac6e7ce6040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16fa8240d194598" /><Relationship Type="http://schemas.openxmlformats.org/officeDocument/2006/relationships/notesMaster" Target="/ppt/notesMasters/notesMaster1.xml" Id="R7f5108a86832417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f3fc73693234f08" /><Relationship Type="http://schemas.openxmlformats.org/officeDocument/2006/relationships/notesMaster" Target="/ppt/notesMasters/notesMaster1.xml" Id="Rb2934e3d6d424e1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e5fdda89fa146a0" /><Relationship Type="http://schemas.openxmlformats.org/officeDocument/2006/relationships/notesMaster" Target="/ppt/notesMasters/notesMaster1.xml" Id="Rd24d81d58bb640f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0b07b3c584a4e15" /><Relationship Type="http://schemas.openxmlformats.org/officeDocument/2006/relationships/notesMaster" Target="/ppt/notesMasters/notesMaster1.xml" Id="R220cd92883be475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48198816bd54cc0" /><Relationship Type="http://schemas.openxmlformats.org/officeDocument/2006/relationships/notesMaster" Target="/ppt/notesMasters/notesMaster1.xml" Id="R6c00ed2856c1446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57b7d56effb4aa8" /><Relationship Type="http://schemas.openxmlformats.org/officeDocument/2006/relationships/notesMaster" Target="/ppt/notesMasters/notesMaster1.xml" Id="R7a48ad16e08f400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7600a488bb94184" /><Relationship Type="http://schemas.openxmlformats.org/officeDocument/2006/relationships/notesMaster" Target="/ppt/notesMasters/notesMaster1.xml" Id="R7b8ce018551e426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e4ff6195d1a4aa2" /><Relationship Type="http://schemas.openxmlformats.org/officeDocument/2006/relationships/notesMaster" Target="/ppt/notesMasters/notesMaster1.xml" Id="R75ecd045c7ae4a2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c2ebb97bb2d4020" /><Relationship Type="http://schemas.openxmlformats.org/officeDocument/2006/relationships/notesMaster" Target="/ppt/notesMasters/notesMaster1.xml" Id="R3d902b1ebba5485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c8d7b7bb8ae4642" /><Relationship Type="http://schemas.openxmlformats.org/officeDocument/2006/relationships/notesMaster" Target="/ppt/notesMasters/notesMaster1.xml" Id="R4e7d256ac0014649" /></Relationships>
</file>

<file path=ppt/notesSlides/_rels/notesSlide85.xml.rels><?xml version="1.0" encoding="utf-8"?><Relationships xmlns="http://schemas.openxmlformats.org/package/2006/relationships"><Relationship Type="http://schemas.openxmlformats.org/officeDocument/2006/relationships/slide" Target="/ppt/slides/slide85.xml" Id="R288daa26732cf8b2" /><Relationship Type="http://schemas.openxmlformats.org/officeDocument/2006/relationships/notesMaster" Target="/ppt/notesMasters/notesMaster1.xml" Id="R4c80c4f13a7dd029" /></Relationships>
</file>

<file path=ppt/notesSlides/_rels/notesSlide86.xml.rels><?xml version="1.0" encoding="utf-8"?><Relationships xmlns="http://schemas.openxmlformats.org/package/2006/relationships"><Relationship Type="http://schemas.openxmlformats.org/officeDocument/2006/relationships/slide" Target="/ppt/slides/slide86.xml" Id="R9fffeee328349d4b" /><Relationship Type="http://schemas.openxmlformats.org/officeDocument/2006/relationships/notesMaster" Target="/ppt/notesMasters/notesMaster1.xml" Id="R902ceb83bd57acbc" /></Relationships>
</file>

<file path=ppt/notesSlides/_rels/notesSlide87.xml.rels><?xml version="1.0" encoding="utf-8"?><Relationships xmlns="http://schemas.openxmlformats.org/package/2006/relationships"><Relationship Type="http://schemas.openxmlformats.org/officeDocument/2006/relationships/slide" Target="/ppt/slides/slide87.xml" Id="R1d424a7ffc7728d4" /><Relationship Type="http://schemas.openxmlformats.org/officeDocument/2006/relationships/notesMaster" Target="/ppt/notesMasters/notesMaster1.xml" Id="Rbeaab26273a69115" /></Relationships>
</file>

<file path=ppt/notesSlides/_rels/notesSlide88.xml.rels><?xml version="1.0" encoding="utf-8"?><Relationships xmlns="http://schemas.openxmlformats.org/package/2006/relationships"><Relationship Type="http://schemas.openxmlformats.org/officeDocument/2006/relationships/slide" Target="/ppt/slides/slide88.xml" Id="R7da02baf83f08eff" /><Relationship Type="http://schemas.openxmlformats.org/officeDocument/2006/relationships/notesMaster" Target="/ppt/notesMasters/notesMaster1.xml" Id="R96ccf3926d1e8fdd" /></Relationships>
</file>

<file path=ppt/notesSlides/_rels/notesSlide89.xml.rels><?xml version="1.0" encoding="utf-8"?><Relationships xmlns="http://schemas.openxmlformats.org/package/2006/relationships"><Relationship Type="http://schemas.openxmlformats.org/officeDocument/2006/relationships/slide" Target="/ppt/slides/slide89.xml" Id="R006080e230e167bf" /><Relationship Type="http://schemas.openxmlformats.org/officeDocument/2006/relationships/notesMaster" Target="/ppt/notesMasters/notesMaster1.xml" Id="Rd3d29479f44f9133" /></Relationships>
</file>

<file path=ppt/notesSlides/_rels/notesSlide90.xml.rels><?xml version="1.0" encoding="utf-8"?><Relationships xmlns="http://schemas.openxmlformats.org/package/2006/relationships"><Relationship Type="http://schemas.openxmlformats.org/officeDocument/2006/relationships/slide" Target="/ppt/slides/slide90.xml" Id="Ree433dea6b784818" /><Relationship Type="http://schemas.openxmlformats.org/officeDocument/2006/relationships/notesMaster" Target="/ppt/notesMasters/notesMaster1.xml" Id="Rd19818262cb9a3c9" /></Relationships>
</file>

<file path=ppt/notesSlides/_rels/notesSlide91.xml.rels><?xml version="1.0" encoding="utf-8"?><Relationships xmlns="http://schemas.openxmlformats.org/package/2006/relationships"><Relationship Type="http://schemas.openxmlformats.org/officeDocument/2006/relationships/slide" Target="/ppt/slides/slide91.xml" Id="R88759c0e8b5a964e" /><Relationship Type="http://schemas.openxmlformats.org/officeDocument/2006/relationships/notesMaster" Target="/ppt/notesMasters/notesMaster1.xml" Id="Rd97b201743f306a1" /></Relationships>
</file>

<file path=ppt/notesSlides/_rels/notesSlide92.xml.rels><?xml version="1.0" encoding="utf-8"?><Relationships xmlns="http://schemas.openxmlformats.org/package/2006/relationships"><Relationship Type="http://schemas.openxmlformats.org/officeDocument/2006/relationships/slide" Target="/ppt/slides/slide92.xml" Id="R36d6911c89005a87" /><Relationship Type="http://schemas.openxmlformats.org/officeDocument/2006/relationships/notesMaster" Target="/ppt/notesMasters/notesMaster1.xml" Id="R80b4a5b63dba2dc9" /></Relationships>
</file>

<file path=ppt/notesSlides/_rels/notesSlide93.xml.rels><?xml version="1.0" encoding="utf-8"?><Relationships xmlns="http://schemas.openxmlformats.org/package/2006/relationships"><Relationship Type="http://schemas.openxmlformats.org/officeDocument/2006/relationships/slide" Target="/ppt/slides/slide93.xml" Id="R3e993575a9336130" /><Relationship Type="http://schemas.openxmlformats.org/officeDocument/2006/relationships/notesMaster" Target="/ppt/notesMasters/notesMaster1.xml" Id="R9781793f908461ad" /></Relationships>
</file>

<file path=ppt/notesSlides/_rels/notesSlide94.xml.rels><?xml version="1.0" encoding="utf-8"?><Relationships xmlns="http://schemas.openxmlformats.org/package/2006/relationships"><Relationship Type="http://schemas.openxmlformats.org/officeDocument/2006/relationships/slide" Target="/ppt/slides/slide94.xml" Id="R44284414f83a52b5" /><Relationship Type="http://schemas.openxmlformats.org/officeDocument/2006/relationships/notesMaster" Target="/ppt/notesMasters/notesMaster1.xml" Id="R3dd7278594cf8c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Eröffnung: Performance wird als messbares Systemverhalten behandelt. Autor: Gerhard Pisch. Der Foliensatz ist firmenneutral und verwendet ausschließlich synthetische Beispiele.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Schulung vermittelt kein Universalrezept. Eine Maßnahme ist erst belastbar, wenn ihre Wirkung unter vergleichbaren Bedingungen gemessen wurde.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zu bestimmen sind mindestens Antwortzeit und Ressourcenverbrauch. Eine Verbesserung darf die Systemkapazität oder andere Sessions nicht unbeachtet verschlechtern.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Dieser Ablauf ist der rote Faden des gesamten Decks. Änderungen ohne Hypothese und identische Vergleichsmessung erzeugen keine belastbare Evidenz.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Logfiles arbeiten sequenziell innerhalb des aktiven VLF-Bereichs. Zusätzliche Logfiles erhöhen nicht automatisch den Logdurchsatz.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gegenüber dem Altbestand: Tabellen in getrennte Filegroups zu legen garantiert keinen parallelen I/O. Physische Topologie und Workload müssen gemessen werden.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Eine Page ist die fundamentale I/O- und Speichereinheit; acht zusammenhängende Pages bilden ein 64-KiB-Extent.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Darstellung ist vereinfacht und zeigt Status Bits, Fixed-Length-Anteil, NULL Bitmap, Variable-Length-Metadaten und variable Daten.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Die konkrete Rows-per-Page-Zahl ist vom Schema abhängig. Die Folie vermittelt die Kausalität, keinen universellen Faktor.</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Logical Reads zählen Page-Zugriffe aus dem Buffer Pool. Physical Reads treten auf, wenn benötigte Pages nicht im Cache verfügbar sind. Read-ahead kann Pages vorab laden.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Vorher-Nachher-Vergleiche sind identische Cache- und Warm-up-Bedingungen erforderlich.</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vollständig dauerhaften Transaktionen muss der relevante Logbereich vor der Commit-Bestätigung gehärtet sein. Delayed Durability ist eine gesonderte Trade-off-Entscheidung.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Instant File Initialization gilt für Data Files, nicht für das Transaction Log. Prozentuelles Wachstum erschwert vorhersehbare Growth-Schritte.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Transfer: Der Plan beschreibt den Zugriffspfad, aber nicht allein den momentanen Zustand von Cache, Storage und Konkurrenz.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Query Processor kompiliert, optimiert und führt Statements aus; Plan Cache und Parametrisierung beeinflussen Wiederverwendung.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Optimization ist kostenbasiert und time-bounded.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Das Histogramm umfasst höchstens 200 Schritte und bezieht sich auf die führende Statistikspalte. 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Constraints müssen vertrauenswürdig sein, damit sie als Optimizerinformation dienen. Nicht validierte Constraints sind gesondert zu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Execution Plans verursachen Erfassungsaufwand. Bei produktionsweiter Erfassung sind Lightweight Profiling, Query Store oder gezielte XE-Pfade zu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Graphische Pläne werden häufig rechts nach links gelesen; entscheidend sind jedoch Datenfluss, Ausführungsanzahl, Actual Rows, Predicates, Warnings und Memory Grant.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 Join ist allgemein überlegen. Kardinalität, Sortierung, Zugriffspfad und Memory bestimmen die Wahl.</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Sorts und Hashes benötigen Query Workspace Memory. Zu kleine Grants erzeugen Spills; zu große Grants reduzieren verfügbare Concurrency.</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Feedback kann wiederholte Ausführungen anpassen, ersetzt aber keine Ursachenanalyse.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paralleler Plan verwendet Exchanges, Tasks und Workers auf Schedulern. Skew kann einzelne Worker dominieren; DOP ist kein Maß für tatsächlich gleichmäßige Arbeit.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ns0:t>
            </ns0:r>
            <ns0:endParaRPr lang="de-DE"/>
          </ns0:p>
          <ns1:p xmlns:ns1="http://schemas.openxmlformats.org/drawingml/2006/main">
            <ns1:r>
              <ns1:rPr lang="de-DE"/>
              <ns1: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ns1:t>
            </ns1:r>
            <ns1:endParaRPr lang="de-DE"/>
          </ns1:p>
          <ns2:p xmlns:ns2="http://schemas.openxmlformats.org/drawingml/2006/main">
            <ns2:r>
              <ns2:rPr lang="de-DE"/>
              <ns2:t>Query Store erfasst bei aktivierter Konfiguration eine persistente Historie von Queries, Plänen und Laufzeitstatistiken. Diese Historie ist nicht davon abhängig, dass der jeweilige Plan noch im Plan Cache liegt.</ns2:t>
            </ns2:r>
            <ns2:endParaRPr lang="de-DE"/>
          </ns2:p>
          <ns3:p xmlns:ns3="http://schemas.openxmlformats.org/drawingml/2006/main">
            <ns3:r>
              <ns3:rPr lang="de-DE"/>
              <ns3:t>Diagnosehinweis: Cache-Key-Mismatch, Eviction, Invalidierung und Recompile getrennt untersuchen. Mehrere Plan Handles bei unterschiedlichen SET-Optionen sind allein kein Recompile-Nachweis.</ns3:t>
            </ns3:r>
            <ns3:endParaRPr lang="de-DE"/>
          </ns3:p>
          <ns4:p xmlns:ns4="http://schemas.openxmlformats.org/drawingml/2006/main">
            <ns4:r>
              <ns4:rPr lang="de-DE"/>
              <ns4:t>Quellen: https://learn.microsoft.com/en-us/sql/relational-databases/query-processing-architecture-guide?view=sql-server-ver17 | https://learn.microsoft.com/en-us/sql/relational-databases/performance/monitoring-performance-by-using-the-query-store?view=sql-server-ver17</ns4:t>
            </ns4:r>
            <ns4:endParaRPr lang="de-DE"/>
          </ns4:p>
          <ns5:p xmlns:ns5="http://schemas.openxmlformats.org/drawingml/2006/main">
            <ns5:r>
              <ns5:rPr lang="de-DE"/>
              <ns5:t>Traceability: CLM-032;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Parameter Sniffing beschreibt das Verwenden eines Compile-time-Parameterwerts. Das Verhalten ist nützlich, solange eine Planstrategie für die Wertbereiche tragfähig bleibt.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ns0:t>
            </ns0:r>
            <ns0:endParaRPr lang="de-DE"/>
          </ns0:p>
          <ns1:p xmlns:ns1="http://schemas.openxmlformats.org/drawingml/2006/main">
            <ns1:r>
              <ns1:rPr lang="de-DE"/>
              <ns1:t>SQL Server 2019 / CL 150: Batch Mode on Rowstore, Scalar UDF Inlining, Table Variable Deferred Compilation und Row-Mode Memory Grant Feedback. Die Funktionen greifen nur in geeigneten Queries und können teilweise datenbank- oder statementbezogen deaktiviert werden.</ns1:t>
            </ns1:r>
            <ns1:endParaRPr lang="de-DE"/>
          </ns1:p>
          <ns2:p xmlns:ns2="http://schemas.openxmlformats.org/drawingml/2006/main">
            <ns2:r>
              <ns2:rPr lang="de-DE"/>
              <ns2: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ns2:t>
            </ns2:r>
            <ns2:endParaRPr lang="de-DE"/>
          </ns2:p>
          <ns3:p xmlns:ns3="http://schemas.openxmlformats.org/drawingml/2006/main">
            <ns3:r>
              <ns3:rPr lang="de-DE"/>
              <ns3:t>SQL Server 2025: CE Feedback für Ausdrücke erweitert die Feedbackfamilie. OPPO setzt CL 170 und `OPTIONAL_PARAMETER_OPTIMIZATION = ON` voraus; die Konfiguration ist bei CL 170 standardmäßig aktiviert. Eligibility ist weiterhin querybezogen.</ns3:t>
            </ns3:r>
            <ns3:endParaRPr lang="de-DE"/>
          </ns3:p>
          <ns4:p xmlns:ns4="http://schemas.openxmlformats.org/drawingml/2006/main">
            <ns4:r>
              <ns4:rPr lang="de-DE"/>
              <ns4:t>Diagnosehinweis: Nicht aus Produktversion oder Compatibility Level allein auf die tatsächliche Nutzung schließen. Datenbankkonfiguration, Query-Store-Zustand und Planattribute gemeinsam prüfen.</ns4:t>
            </ns4:r>
            <ns4:endParaRPr lang="de-DE"/>
          </ns4:p>
          <ns5:p xmlns:ns5="http://schemas.openxmlformats.org/drawingml/2006/main">
            <ns5:r>
              <ns5:rPr lang="de-DE"/>
              <ns5: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ns5:t>
            </ns5:r>
            <ns5:endParaRPr lang="de-DE"/>
          </ns5:p>
          <ns6:p xmlns:ns6="http://schemas.openxmlformats.org/drawingml/2006/main">
            <ns6:r>
              <ns6:rPr lang="de-DE"/>
              <ns6:t>Traceability: CLM-034;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Keine vorschnelle Maßnahme wie MAXDOP, Server-RAM oder Index Rebuild. Zuerst die Evidenzkette der betroffenen Ausführung aufbauen.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SARGable bedeutet, dass ein Prädikat als Suchargument für einen Zugriffspfad verwendbar ist. Es garantiert weder einen Seek noch einen guten Gesamtplan.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Richtung und Datentyp-Priorität bestimmen die Wirkung. Der Actual Plan kann PlanAffectingConvert-Warnings zeigen.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obere Grenze ist exklusiv. Zeitzone und UTC-Konvertierung sind ein getrenntes Modellierungsthema.</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OPPO nutzt die Multiplan-Infrastruktur und ist ab SQL Server 2025 mit Compatibility Level 170 verfügbar. Quelle: https://learn.microsoft.com/en-us/sql/relational-databases/performance/intelligent-query-processing?view=sql-server-ver17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Weder 'immer hineinkopiert' noch 'ab 2022 materialisiert' ist ein belastbarer Vertrag.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ns0:t>
            </ns0:r>
            <ns0:endParaRPr lang="de-DE"/>
          </ns0:p>
          <ns1:p xmlns:ns1="http://schemas.openxmlformats.org/drawingml/2006/main">
            <ns1:r>
              <ns1:rPr lang="de-DE"/>
              <ns1:t>Ein gecachter Plan kann weiterhin auf der Zeilenzahl der ersten Kompilierung beruhen. Wechselnde Zeilenmengen und Datenverteilungen bleiben deshalb relevant. Deferred Compilation beseitigt weder Verteilungsblindheit noch jede Form von Parameter- oder Planempfindlichkeit.</ns1:t>
            </ns1:r>
            <ns1:endParaRPr lang="de-DE"/>
          </ns1:p>
          <ns2:p xmlns:ns2="http://schemas.openxmlformats.org/drawingml/2006/main">
            <ns2:r>
              <ns2:rPr lang="de-DE"/>
              <ns2:t>Temporäre Tabellen können Spaltenstatistiken besitzen und durch Phasengrenzen oder Statistikänderungen Neukompilierungen auslösen. Daraus folgt keine pauschale Überlegenheit; zusätzliche Statistik- und Compile-Kosten sind im konkreten Ablauf mitzubeurteilen.</ns2:t>
            </ns2:r>
            <ns2:endParaRPr lang="de-DE"/>
          </ns2:p>
          <ns3:p xmlns:ns3="http://schemas.openxmlformats.org/drawingml/2006/main">
            <ns3:r>
              <ns3:rPr lang="de-DE"/>
              <ns3:t>Empirische Entscheidung: Keine feste Zeilengrenze verwenden. Kardinalitätsvariation, Verteilungsabhängigkeit, Indexbedarf, Recompile-Kosten und der tatsächliche Plan bestimmen die geeignete Form.</ns3:t>
            </ns3:r>
            <ns3:endParaRPr lang="de-DE"/>
          </ns3:p>
          <ns4:p xmlns:ns4="http://schemas.openxmlformats.org/drawingml/2006/main">
            <ns4:r>
              <ns4:rPr lang="de-DE"/>
              <ns4: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ns4:t>
            </ns4:r>
            <ns4:endParaRPr lang="de-DE"/>
          </ns4:p>
          <ns5:p xmlns:ns5="http://schemas.openxmlformats.org/drawingml/2006/main">
            <ns5:r>
              <ns5:rPr lang="de-DE"/>
              <ns5:t>Quellen: https://learn.microsoft.com/en-us/sql/relational-databases/performance/intelligent-query-processing?view=sql-server-ver17 | https://learn.microsoft.com/en-us/sql/t-sql/data-types/table-transact-sql?view=sql-server-ver17</ns5:t>
            </ns5:r>
            <ns5:endParaRPr lang="de-DE"/>
          </ns5:p>
          <ns6:p xmlns:ns6="http://schemas.openxmlformats.org/drawingml/2006/main">
            <ns6:r>
              <ns6:rPr lang="de-DE"/>
              <ns6:t>Traceability: CLM-042; QRY-008; Runtime-Evidenz OPT-013;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Inline Table-Valued Functions bestehen aus einem relationalen SELECT-Ausdruck, der in die aufrufende Query integriert und gemeinsam optimiert werden kann.</ns0:t>
            </ns0:r>
            <ns0:endParaRPr lang="de-DE"/>
          </ns0:p>
          <ns1:p xmlns:ns1="http://schemas.openxmlformats.org/drawingml/2006/main">
            <ns1:r>
              <ns1:rPr lang="de-DE"/>
              <ns1: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ns1:t>
            </ns1:r>
            <ns1:endParaRPr lang="de-DE"/>
          </ns1:p>
          <ns2:p xmlns:ns2="http://schemas.openxmlformats.org/drawingml/2006/main">
            <ns2:r>
              <ns2:rPr lang="de-DE"/>
              <ns2: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ns2:t>
            </ns2:r>
            <ns2:endParaRPr lang="de-DE"/>
          </ns2:p>
          <ns3:p xmlns:ns3="http://schemas.openxmlformats.org/drawingml/2006/main">
            <ns3:r>
              <ns3:rPr lang="de-DE"/>
              <ns3:t>Planprüfung: Bei erfolgreichem Scalar UDF Inlining enthält die Plan-XML keinen `UserDefinedFunction`-Knoten für den Aufruf. Nicht inlinebare Scalar UDFs können iterativ ausgeführt werden, Kosten verbergen und Parallelität verhindern.</ns3:t>
            </ns3:r>
            <ns3:endParaRPr lang="de-DE"/>
          </ns3:p>
          <ns4:p xmlns:ns4="http://schemas.openxmlformats.org/drawingml/2006/main">
            <ns4:r>
              <ns4:rPr lang="de-DE"/>
              <ns4: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ns4:t>
            </ns4:r>
            <ns4:endParaRPr lang="de-DE"/>
          </ns4:p>
          <ns5:p xmlns:ns5="http://schemas.openxmlformats.org/drawingml/2006/main">
            <ns5:r>
              <ns5:rPr lang="de-DE"/>
              <ns5:t>Traceability: CLM-043; QRY-009;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Partitionen werden nicht fest einzelnen Threads zugeordnet. Ein paralleler Plan kann Tasks anders verteilen.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Linked Server und externe Quellen sind provider- und versionsabhängig. SQL Server 2025 enthält zusätzlich Breaking Changes bei Linked Servers; Upgradehinweise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Klein bedeutet fachlich korrekt, nicht blind minimal. Wertebereich, Präzision, Unicode und zukünftige Entwicklung bleiben Teil der 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SARGability erweitert den Suchraum. Die Kostenentscheidung kann weiterhin einen Scan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Heap und Clustered Index sind alternative Base-Table-Strukturen.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Jede Partition besitzt eine eigene B+Tree-Struktur. Leaf Pages sind doppelt verkettet.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Auf Heaps ist der Locator ein RID; auf Clustered Tables der Clustering Key einschließlich Uniqueifier,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verbreitete Regel 'selektivste Spalte zuerst' ist unvollständig. Prädikatform und benötigte Ordnung sind mindestens ebenso wichtig.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Tipping Point ist keine feste Zeilenzahl. Er hängt von Page-Anzahl, Row Width, Cache, Kostenmodell, Lookup-Art und benötigten Spalten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Uniqueifier wird intern bei nicht eindeutigen Clustered Keys hinzugefügt,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Missing-Index-DMVs berücksichtigen unter anderem keine vollständige Überschneidung, DML-Kosten oder dauerhafte Workloadpriorität.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Microsoft empfiehlt, Maintenance an messbaren Workloadfolgen auszurichten; feste Fragmentationsschwellen sind keine universelle Regel.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REORGANIZE ist weniger ressourcenintensiv und online; REBUILD und REORGANIZE haben unterschiedliche Wirkung.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 Rowgroup enthält pro Spalte ein Column Segment; Segmentmetadaten erlauben Elimination. Quelle: https://learn.microsoft.com/en-us/sql/relational-databases/indexes/columnstore-indexes-overview?view=sql-server-ver17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Segment Elimination nutzt Segmentmetadaten; Batch Mode verarbeitet Rows gruppiert. Quelle: https://learn.microsoft.com/en-us/sql/relational-databases/indexes/columnstore-indexes-query-performance?view=sql-server-ver17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Pauschale regelmäßige Rebuilds werden vermieden. Zuerst Rowgroup State, Größe, Deleted Rows, Overlap und konkrete Querywirkung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Antwort ist eine Workloadrechnung, keine isolierte Missing-Index-Zeile.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Locking und Row Versioning sind alternative Mechanismen zur Isolation. 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Nicht nur die längste wartende Session betrachten. Head Blocker, offene Transaktion, Wait Resource, Statement, Isolation und Clientstatus gemeinsam erfassen.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TempDB-Diagnose trennt Kapazität, Dateilatenz, Allocation-Latches, Version Store und Query-Spills.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Optimized Locking besteht aus TID Locking und LAQ; SQL Server 2025 aktiviert es nicht standardmäßig. Quelle: https://learn.microsoft.com/en-us/sql/relational-databases/performance/optimized-locking?view=sql-server-ver17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NOLOCK ist keine Standardantwort. Die korrekte Lösung hängt von Konsistenzanforderung und tatsächlicher Blocking-Ursache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parallelen Queries kann CPU Time größer als Elapsed Time sein. Wait-Zeiten verschiedener Tasks können parallel auftreten.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Instanzweite kumulative Wait Stats werden als Delta eines definierten Fensters interpretiert. Startzeit, Reset und Hintergrundwaits sind zu dokumentieren.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DMVs und Planattribute müssen zeitgleich erfasst werden, da wartende und laufende Grants schnell wechseln.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Wait-Namen sind Ausgangspunkt, nicht Diagnoseabschluss. Bedeutung entsteht aus Scope, Dauer, Resource Description und Workloadkontext.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Extended Events ist das bevorzugte leichtgewichtige Ereignissystem; DMVs liefern ausführungs- und systembezogene Zustände. Quelle: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Ablauf verhindert lokales Tuning an einer Query, wenn der Engpass außerhalb der Query oder in Concurrency liegt.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Empirische Werte werden nicht als universelle Schwellenwerte veröffentlicht. Ergebnisbereiche und Abbruchbedingungen gehören zur Demo.</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Diagnose folgt der fehlenden Zeit. Erst danach wird der Plan auf den passenden Ursachenpfad untersucht.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Prinzipien sind die verdichtete Arbeitsmethode des Decks.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Aufgabe kann auf eine reale, aber nicht in den Foliensatz übernommene Umgebung angewendet werden. Resultate bleiben lokal und werden nicht versioniert.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Abschluss ohne Kontakt-, Firmen- oder Organisationsangaben.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endParaRPr lang="de-DE"/>
          </a:p>
          <a:p>
            <a:r>
              <a:rPr lang="de-DE"/>
              <a:t>Quellen: SRC-001, SRC-027, SRC-046 · Demo: QRY-013 · Claims: ADV-CLM-014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endParaRPr lang="de-DE"/>
          </a:p>
          <a:p>
            <a:r>
              <a:rPr lang="de-DE"/>
              <a:t>Quellen: SRC-001, SRC-040, SRC-046 · Demo: QRY-013, OPT-007 · Claims: ADV-CLM-013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endParaRPr lang="de-DE"/>
          </a:p>
          <a:p>
            <a:r>
              <a:rPr lang="de-DE"/>
              <a:t>Quellen: SRC-007, SRC-047 · Demo: QRY-013, OPT-008 · Claims: ADV-CLM-015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endParaRPr lang="de-DE"/>
          </a:p>
          <a:p>
            <a:r>
              <a:rPr lang="de-DE"/>
              <a:t>Quellen: SRC-001, SRC-007, SRC-045, SRC-046 · Demo: QRY-004, OPT-008 · Claims: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endParaRPr lang="de-DE"/>
          </a:p>
          <a:p>
            <a:r>
              <a:rPr lang="de-DE"/>
              <a:t>Quellen: SRC-001, SRC-027, SRC-040, SRC-046 · Demo: QRY-013 · Claims: ADV-CLM-013, ADV-CLM-014, ADV-CLM-015,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endParaRPr lang="de-DE"/>
          </a:p>
          <a:p>
            <a:r>
              <a:rPr lang="de-DE"/>
              <a:t>Quellen: SRC-001, SRC-045, SRC-049 · Demo: QRY-004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SLD-M03-112] Diese Folie korrigiert zwei gegenläufige Vereinfachungen: „Recompile ist die Lösung“ und „Recompile ist zu teuer“. Beide sind ohne Kontext falsch. In QRY-004 messen wir zuerst den Nutzen – für den selektiven Wert sinken die logischen Lesevorgänge – und danach den Preis: 25 ungefilterte Wiederholungen je Variante, bei identischer Arbeitsmenge, zeigen die höhere CPU-Zeit je Ausführung. Wenn sich der Kompilierungsanteil in einer Umgebung nicht von der Messstreuung trennen lässt, meldet die Demo WARN_EMPIRICAL_VARIANCE und behauptet keine Verschlechterung.</a:t>
            </a:r>
            <a:endParaRPr lang="de-DE"/>
          </a:p>
          <a:p>
            <a:r>
              <a:rPr lang="de-DE"/>
              <a:t>Quellen: SRC-001, SRC-045 · Demo: QRY-004 · Claims: ADV-CLM-017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endParaRPr lang="de-DE"/>
          </a:p>
          <a:p>
            <a:r>
              <a:rPr lang="de-DE"/>
              <a:t>Quellen: SRC-001, SRC-007, SRC-045, SRC-049 · Demo: QRY-004 · Claims: ADV-CLM-017,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c86be3c70448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e6fcb4bbf1474d" /><Relationship Type="http://schemas.openxmlformats.org/officeDocument/2006/relationships/slideLayout" Target="/ppt/slideLayouts/slideLayout1.xml" Id="R1c938ab4f07642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938ab4f07642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4b8f47e20743ba" /><Relationship Type="http://schemas.openxmlformats.org/officeDocument/2006/relationships/notesSlide" Target="/ppt/notesSlides/notesSlide1.xml" Id="Rb721ac84b08247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cafd4009ab14399" /><Relationship Type="http://schemas.openxmlformats.org/officeDocument/2006/relationships/notesSlide" Target="/ppt/notesSlides/notesSlide2.xml" Id="R68371d6d39cd43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40a1f6ef3a4c3b" /><Relationship Type="http://schemas.openxmlformats.org/officeDocument/2006/relationships/notesSlide" Target="/ppt/notesSlides/notesSlide3.xml" Id="Rbb80c2cfbdda44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61d167c3fc4ff3" /><Relationship Type="http://schemas.openxmlformats.org/officeDocument/2006/relationships/notesSlide" Target="/ppt/notesSlides/notesSlide4.xml" Id="R431f3680efea41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0defb5b06594786" /><Relationship Type="http://schemas.openxmlformats.org/officeDocument/2006/relationships/notesSlide" Target="/ppt/notesSlides/notesSlide5.xml" Id="Rdb3547d452ef44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703ed290f848e6" /><Relationship Type="http://schemas.openxmlformats.org/officeDocument/2006/relationships/notesSlide" Target="/ppt/notesSlides/notesSlide6.xml" Id="Rfc110994188e4e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7391f7c5ea49b9" /><Relationship Type="http://schemas.openxmlformats.org/officeDocument/2006/relationships/notesSlide" Target="/ppt/notesSlides/notesSlide7.xml" Id="R8386aed5a98f43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f22ff5b4ae4eaf" /><Relationship Type="http://schemas.openxmlformats.org/officeDocument/2006/relationships/notesSlide" Target="/ppt/notesSlides/notesSlide8.xml" Id="R8f3c106d99ba4a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68b0f40c9d4f60" /><Relationship Type="http://schemas.openxmlformats.org/officeDocument/2006/relationships/notesSlide" Target="/ppt/notesSlides/notesSlide9.xml" Id="Rc01de7b45f6a4d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e2b3b25730498d" /><Relationship Type="http://schemas.openxmlformats.org/officeDocument/2006/relationships/notesSlide" Target="/ppt/notesSlides/notesSlide10.xml" Id="Rfc97a55235d446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e2af2e0db54786" /><Relationship Type="http://schemas.openxmlformats.org/officeDocument/2006/relationships/notesSlide" Target="/ppt/notesSlides/notesSlide11.xml" Id="R17325d73ea5c40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df0935add964293" /><Relationship Type="http://schemas.openxmlformats.org/officeDocument/2006/relationships/notesSlide" Target="/ppt/notesSlides/notesSlide12.xml" Id="R1d50d3aff11c40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37b86ebf144279" /><Relationship Type="http://schemas.openxmlformats.org/officeDocument/2006/relationships/notesSlide" Target="/ppt/notesSlides/notesSlide13.xml" Id="R2b9f598d29284f3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f3439346a2e4f17" /><Relationship Type="http://schemas.openxmlformats.org/officeDocument/2006/relationships/notesSlide" Target="/ppt/notesSlides/notesSlide14.xml" Id="R302e3ddb719749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210d7b477084d9f" /><Relationship Type="http://schemas.openxmlformats.org/officeDocument/2006/relationships/notesSlide" Target="/ppt/notesSlides/notesSlide15.xml" Id="Rd3d0e3a09c234e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a89b76c065c4dcc" /><Relationship Type="http://schemas.openxmlformats.org/officeDocument/2006/relationships/notesSlide" Target="/ppt/notesSlides/notesSlide16.xml" Id="R44db9a4eab1144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8baaa4ba8604a93" /><Relationship Type="http://schemas.openxmlformats.org/officeDocument/2006/relationships/notesSlide" Target="/ppt/notesSlides/notesSlide17.xml" Id="R51a34d22730542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cf5ca754301461e" /><Relationship Type="http://schemas.openxmlformats.org/officeDocument/2006/relationships/notesSlide" Target="/ppt/notesSlides/notesSlide18.xml" Id="R184772fd87704f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752f4b458074e73" /><Relationship Type="http://schemas.openxmlformats.org/officeDocument/2006/relationships/notesSlide" Target="/ppt/notesSlides/notesSlide19.xml" Id="Re4f1b901407447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c137889c07342be" /><Relationship Type="http://schemas.openxmlformats.org/officeDocument/2006/relationships/notesSlide" Target="/ppt/notesSlides/notesSlide20.xml" Id="Rfefdb11e0bf947e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ac8d3772dc4c12" /><Relationship Type="http://schemas.openxmlformats.org/officeDocument/2006/relationships/notesSlide" Target="/ppt/notesSlides/notesSlide21.xml" Id="Ra34858c99240420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a1ab09b3c64446" /><Relationship Type="http://schemas.openxmlformats.org/officeDocument/2006/relationships/notesSlide" Target="/ppt/notesSlides/notesSlide22.xml" Id="Rde819b372ec3420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8c051822c984a90" /><Relationship Type="http://schemas.openxmlformats.org/officeDocument/2006/relationships/notesSlide" Target="/ppt/notesSlides/notesSlide23.xml" Id="Re0f7e04213124a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4cd5dec7d4022" /><Relationship Type="http://schemas.openxmlformats.org/officeDocument/2006/relationships/notesSlide" Target="/ppt/notesSlides/notesSlide24.xml" Id="R14960b66d589495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87c10710fb4685" /><Relationship Type="http://schemas.openxmlformats.org/officeDocument/2006/relationships/notesSlide" Target="/ppt/notesSlides/notesSlide25.xml" Id="R147fdec9f0e64d1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d1e1256e0d64cef" /><Relationship Type="http://schemas.openxmlformats.org/officeDocument/2006/relationships/notesSlide" Target="/ppt/notesSlides/notesSlide26.xml" Id="R83d94249d12b46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bae3ec6f28a4bc0" /><Relationship Type="http://schemas.openxmlformats.org/officeDocument/2006/relationships/notesSlide" Target="/ppt/notesSlides/notesSlide27.xml" Id="R8a96205eff7f4d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08b7bda8ff24a7f" /><Relationship Type="http://schemas.openxmlformats.org/officeDocument/2006/relationships/notesSlide" Target="/ppt/notesSlides/notesSlide28.xml" Id="R3cd4572a16d94dc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b9a2a2d10145da" /><Relationship Type="http://schemas.openxmlformats.org/officeDocument/2006/relationships/notesSlide" Target="/ppt/notesSlides/notesSlide29.xml" Id="R9d40c7d22bcb4ea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d2886e5cb404c44" /><Relationship Type="http://schemas.openxmlformats.org/officeDocument/2006/relationships/notesSlide" Target="/ppt/notesSlides/notesSlide30.xml" Id="Rc68122d8218146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f184489db7441a7" /><Relationship Type="http://schemas.openxmlformats.org/officeDocument/2006/relationships/notesSlide" Target="/ppt/notesSlides/notesSlide31.xml" Id="R00c1d700d55d43c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54e2e8f23004694" /><Relationship Type="http://schemas.openxmlformats.org/officeDocument/2006/relationships/notesSlide" Target="/ppt/notesSlides/notesSlide32.xml" Id="R634be083d61e484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e06591d4dd4c94" /><Relationship Type="http://schemas.openxmlformats.org/officeDocument/2006/relationships/notesSlide" Target="/ppt/notesSlides/notesSlide33.xml" Id="R0d411b15207f494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8c20f85b4024632" /><Relationship Type="http://schemas.openxmlformats.org/officeDocument/2006/relationships/notesSlide" Target="/ppt/notesSlides/notesSlide34.xml" Id="R89638f28e0a549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6d74cd3b1ec4866" /><Relationship Type="http://schemas.openxmlformats.org/officeDocument/2006/relationships/notesSlide" Target="/ppt/notesSlides/notesSlide35.xml" Id="Rec825c5eacfa47b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34271452d9d44c1" /><Relationship Type="http://schemas.openxmlformats.org/officeDocument/2006/relationships/notesSlide" Target="/ppt/notesSlides/notesSlide36.xml" Id="R0a801863605844f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416efe3a0bb4594" /><Relationship Type="http://schemas.openxmlformats.org/officeDocument/2006/relationships/notesSlide" Target="/ppt/notesSlides/notesSlide37.xml" Id="R20b5e37858c14fe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9578b05e0fe4cfc" /><Relationship Type="http://schemas.openxmlformats.org/officeDocument/2006/relationships/notesSlide" Target="/ppt/notesSlides/notesSlide38.xml" Id="Rfa941f6a1ac540b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419c479fe7450c" /><Relationship Type="http://schemas.openxmlformats.org/officeDocument/2006/relationships/notesSlide" Target="/ppt/notesSlides/notesSlide39.xml" Id="Rf893107be8db41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2fc8c7e82114ea8" /><Relationship Type="http://schemas.openxmlformats.org/officeDocument/2006/relationships/notesSlide" Target="/ppt/notesSlides/notesSlide40.xml" Id="Rd1e9fb9a2b334b1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0300869889c4cb9" /><Relationship Type="http://schemas.openxmlformats.org/officeDocument/2006/relationships/notesSlide" Target="/ppt/notesSlides/notesSlide41.xml" Id="R2323f208b419402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71fed995dc42b6" /><Relationship Type="http://schemas.openxmlformats.org/officeDocument/2006/relationships/notesSlide" Target="/ppt/notesSlides/notesSlide42.xml" Id="Rb421d3eb122b40e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d6047040e6547d9" /><Relationship Type="http://schemas.openxmlformats.org/officeDocument/2006/relationships/notesSlide" Target="/ppt/notesSlides/notesSlide43.xml" Id="R99739853be6941f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8b18ee1606142ba" /><Relationship Type="http://schemas.openxmlformats.org/officeDocument/2006/relationships/notesSlide" Target="/ppt/notesSlides/notesSlide44.xml" Id="R2697bc0db9094c7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9a2122d362c4ad7" /><Relationship Type="http://schemas.openxmlformats.org/officeDocument/2006/relationships/notesSlide" Target="/ppt/notesSlides/notesSlide45.xml" Id="R03b14e09ef8e4d2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e0c37c8f0224ec7" /><Relationship Type="http://schemas.openxmlformats.org/officeDocument/2006/relationships/notesSlide" Target="/ppt/notesSlides/notesSlide46.xml" Id="Rc47ea82123664cb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a8cc61d8f5d46a5" /><Relationship Type="http://schemas.openxmlformats.org/officeDocument/2006/relationships/notesSlide" Target="/ppt/notesSlides/notesSlide47.xml" Id="R913cf92d454544d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7d2c09a3c884df0" /><Relationship Type="http://schemas.openxmlformats.org/officeDocument/2006/relationships/notesSlide" Target="/ppt/notesSlides/notesSlide48.xml" Id="Rc584d8b1880b4ed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c0e77bb569544dc" /><Relationship Type="http://schemas.openxmlformats.org/officeDocument/2006/relationships/notesSlide" Target="/ppt/notesSlides/notesSlide49.xml" Id="R67e487e39ffa40e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b297a8b645f4b87" /><Relationship Type="http://schemas.openxmlformats.org/officeDocument/2006/relationships/notesSlide" Target="/ppt/notesSlides/notesSlide50.xml" Id="Rb77c04d1105140e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12f11863372458e" /><Relationship Type="http://schemas.openxmlformats.org/officeDocument/2006/relationships/notesSlide" Target="/ppt/notesSlides/notesSlide51.xml" Id="R05e62b39d6b84c1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930bb120884d6c" /><Relationship Type="http://schemas.openxmlformats.org/officeDocument/2006/relationships/notesSlide" Target="/ppt/notesSlides/notesSlide52.xml" Id="R660ff5ff71df40e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b905ff80dd0484a" /><Relationship Type="http://schemas.openxmlformats.org/officeDocument/2006/relationships/notesSlide" Target="/ppt/notesSlides/notesSlide53.xml" Id="R23f392f5054d409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746140c75fc4236" /><Relationship Type="http://schemas.openxmlformats.org/officeDocument/2006/relationships/notesSlide" Target="/ppt/notesSlides/notesSlide54.xml" Id="R98e3ee98f06c4e8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1e089b1234040d6" /><Relationship Type="http://schemas.openxmlformats.org/officeDocument/2006/relationships/notesSlide" Target="/ppt/notesSlides/notesSlide55.xml" Id="R441f6ea83bbb44d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8e5e79587a2402a" /><Relationship Type="http://schemas.openxmlformats.org/officeDocument/2006/relationships/notesSlide" Target="/ppt/notesSlides/notesSlide56.xml" Id="R7802d764bc144ab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85077a7d5bc4652" /><Relationship Type="http://schemas.openxmlformats.org/officeDocument/2006/relationships/notesSlide" Target="/ppt/notesSlides/notesSlide57.xml" Id="R5385687abdd94ef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282985d121f4da8" /><Relationship Type="http://schemas.openxmlformats.org/officeDocument/2006/relationships/notesSlide" Target="/ppt/notesSlides/notesSlide58.xml" Id="R21041dbd1db04c0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a5ca8041d554a67" /><Relationship Type="http://schemas.openxmlformats.org/officeDocument/2006/relationships/notesSlide" Target="/ppt/notesSlides/notesSlide59.xml" Id="R9931edb4ada3472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5c1f87f7e574576" /><Relationship Type="http://schemas.openxmlformats.org/officeDocument/2006/relationships/notesSlide" Target="/ppt/notesSlides/notesSlide60.xml" Id="Ra8878b48f5ff45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8d5fe60f0a84a21" /><Relationship Type="http://schemas.openxmlformats.org/officeDocument/2006/relationships/notesSlide" Target="/ppt/notesSlides/notesSlide61.xml" Id="Re1f56a4e4c164f3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204474406c7f4ff7" /><Relationship Type="http://schemas.openxmlformats.org/officeDocument/2006/relationships/notesSlide" Target="/ppt/notesSlides/notesSlide62.xml" Id="R3110bfa5169c4ba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3b3b0b32b5cb488b" /><Relationship Type="http://schemas.openxmlformats.org/officeDocument/2006/relationships/notesSlide" Target="/ppt/notesSlides/notesSlide63.xml" Id="R666862377c774f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f25c5d349d249f2" /><Relationship Type="http://schemas.openxmlformats.org/officeDocument/2006/relationships/notesSlide" Target="/ppt/notesSlides/notesSlide64.xml" Id="R5b20418bcd124ab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6b3d49d3a3e4bdf" /><Relationship Type="http://schemas.openxmlformats.org/officeDocument/2006/relationships/notesSlide" Target="/ppt/notesSlides/notesSlide65.xml" Id="R85c481abb669403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5d11bf93d3e4562" /><Relationship Type="http://schemas.openxmlformats.org/officeDocument/2006/relationships/notesSlide" Target="/ppt/notesSlides/notesSlide66.xml" Id="Rc68f443a67fe4c5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89f7d258e77480b" /><Relationship Type="http://schemas.openxmlformats.org/officeDocument/2006/relationships/notesSlide" Target="/ppt/notesSlides/notesSlide67.xml" Id="R01f86af1594a4ec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380d4204c244c9b" /><Relationship Type="http://schemas.openxmlformats.org/officeDocument/2006/relationships/notesSlide" Target="/ppt/notesSlides/notesSlide68.xml" Id="Re106287aa72546e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ca27553ca484750" /><Relationship Type="http://schemas.openxmlformats.org/officeDocument/2006/relationships/notesSlide" Target="/ppt/notesSlides/notesSlide69.xml" Id="R689012fa22404a6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95bccf1f58f479b" /><Relationship Type="http://schemas.openxmlformats.org/officeDocument/2006/relationships/notesSlide" Target="/ppt/notesSlides/notesSlide70.xml" Id="Rc94557d933c24a5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c1031ee15594dde" /><Relationship Type="http://schemas.openxmlformats.org/officeDocument/2006/relationships/notesSlide" Target="/ppt/notesSlides/notesSlide71.xml" Id="R405ce376f905451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c0a1ef564234f84" /><Relationship Type="http://schemas.openxmlformats.org/officeDocument/2006/relationships/notesSlide" Target="/ppt/notesSlides/notesSlide72.xml" Id="R6b44fa175c2a4dd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9eb86089b6c4deb" /><Relationship Type="http://schemas.openxmlformats.org/officeDocument/2006/relationships/notesSlide" Target="/ppt/notesSlides/notesSlide73.xml" Id="R92ad8c4021684e5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6e45565d4eed4ab5" /><Relationship Type="http://schemas.openxmlformats.org/officeDocument/2006/relationships/notesSlide" Target="/ppt/notesSlides/notesSlide74.xml" Id="R1c14cb7eeddc4c1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616d9311de84ae6" /><Relationship Type="http://schemas.openxmlformats.org/officeDocument/2006/relationships/notesSlide" Target="/ppt/notesSlides/notesSlide75.xml" Id="Rfdef35b0551e4bd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a5c5af1dcfd4ef7" /><Relationship Type="http://schemas.openxmlformats.org/officeDocument/2006/relationships/notesSlide" Target="/ppt/notesSlides/notesSlide76.xml" Id="R7153dfc507ad437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11ac2941993484b" /><Relationship Type="http://schemas.openxmlformats.org/officeDocument/2006/relationships/notesSlide" Target="/ppt/notesSlides/notesSlide77.xml" Id="R729546fb076b4da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451e7a712f8412f" /><Relationship Type="http://schemas.openxmlformats.org/officeDocument/2006/relationships/notesSlide" Target="/ppt/notesSlides/notesSlide78.xml" Id="Re4de8bde83024d5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e2779c197274b87" /><Relationship Type="http://schemas.openxmlformats.org/officeDocument/2006/relationships/notesSlide" Target="/ppt/notesSlides/notesSlide79.xml" Id="R3e67c417e17a43e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a9ed5a23e5c4657" /><Relationship Type="http://schemas.openxmlformats.org/officeDocument/2006/relationships/notesSlide" Target="/ppt/notesSlides/notesSlide80.xml" Id="R324ad5bc6d55482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2f309e87ad046bd" /><Relationship Type="http://schemas.openxmlformats.org/officeDocument/2006/relationships/notesSlide" Target="/ppt/notesSlides/notesSlide81.xml" Id="R31927b527ae64b3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ee8f04aef21468c" /><Relationship Type="http://schemas.openxmlformats.org/officeDocument/2006/relationships/notesSlide" Target="/ppt/notesSlides/notesSlide82.xml" Id="R64e75a26ef594b4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0583f86d3e34d6c" /><Relationship Type="http://schemas.openxmlformats.org/officeDocument/2006/relationships/notesSlide" Target="/ppt/notesSlides/notesSlide83.xml" Id="R77f440055a2d4a3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87238fb7a9e347d1" /><Relationship Type="http://schemas.openxmlformats.org/officeDocument/2006/relationships/notesSlide" Target="/ppt/notesSlides/notesSlide84.xml" Id="Rbe324462911a48f6" /></Relationships>
</file>

<file path=ppt/slides/_rels/slide85.xml.rels><?xml version="1.0" encoding="utf-8"?><Relationships xmlns="http://schemas.openxmlformats.org/package/2006/relationships"><Relationship Type="http://schemas.openxmlformats.org/officeDocument/2006/relationships/slideLayout" Target="/ppt/slideLayouts/slideLayout1.xml" Id="R9663de706c68e398" /><Relationship Type="http://schemas.openxmlformats.org/officeDocument/2006/relationships/notesSlide" Target="/ppt/notesSlides/notesSlide85.xml" Id="Rd55665bd993b2cdb" /></Relationships>
</file>

<file path=ppt/slides/_rels/slide86.xml.rels><?xml version="1.0" encoding="utf-8"?><Relationships xmlns="http://schemas.openxmlformats.org/package/2006/relationships"><Relationship Type="http://schemas.openxmlformats.org/officeDocument/2006/relationships/slideLayout" Target="/ppt/slideLayouts/slideLayout1.xml" Id="R444549ab1beeda7f" /><Relationship Type="http://schemas.openxmlformats.org/officeDocument/2006/relationships/notesSlide" Target="/ppt/notesSlides/notesSlide86.xml" Id="R16ea63b316a9e6ca" /></Relationships>
</file>

<file path=ppt/slides/_rels/slide87.xml.rels><?xml version="1.0" encoding="utf-8"?><Relationships xmlns="http://schemas.openxmlformats.org/package/2006/relationships"><Relationship Type="http://schemas.openxmlformats.org/officeDocument/2006/relationships/slideLayout" Target="/ppt/slideLayouts/slideLayout1.xml" Id="Rf92277db04138beb" /><Relationship Type="http://schemas.openxmlformats.org/officeDocument/2006/relationships/notesSlide" Target="/ppt/notesSlides/notesSlide87.xml" Id="R6992eed3e2338e6c" /></Relationships>
</file>

<file path=ppt/slides/_rels/slide88.xml.rels><?xml version="1.0" encoding="utf-8"?><Relationships xmlns="http://schemas.openxmlformats.org/package/2006/relationships"><Relationship Type="http://schemas.openxmlformats.org/officeDocument/2006/relationships/slideLayout" Target="/ppt/slideLayouts/slideLayout1.xml" Id="Re025a086b555f44d" /><Relationship Type="http://schemas.openxmlformats.org/officeDocument/2006/relationships/notesSlide" Target="/ppt/notesSlides/notesSlide88.xml" Id="R017809cee508bd56" /></Relationships>
</file>

<file path=ppt/slides/_rels/slide89.xml.rels><?xml version="1.0" encoding="utf-8"?><Relationships xmlns="http://schemas.openxmlformats.org/package/2006/relationships"><Relationship Type="http://schemas.openxmlformats.org/officeDocument/2006/relationships/slideLayout" Target="/ppt/slideLayouts/slideLayout1.xml" Id="R37695f66693f2a14" /><Relationship Type="http://schemas.openxmlformats.org/officeDocument/2006/relationships/notesSlide" Target="/ppt/notesSlides/notesSlide89.xml" Id="Rfb5a3ac1b1350c35" /></Relationships>
</file>

<file path=ppt/slides/_rels/slide90.xml.rels><?xml version="1.0" encoding="utf-8"?><Relationships xmlns="http://schemas.openxmlformats.org/package/2006/relationships"><Relationship Type="http://schemas.openxmlformats.org/officeDocument/2006/relationships/slideLayout" Target="/ppt/slideLayouts/slideLayout1.xml" Id="R285f7247bbf8d07d" /><Relationship Type="http://schemas.openxmlformats.org/officeDocument/2006/relationships/notesSlide" Target="/ppt/notesSlides/notesSlide90.xml" Id="R66965a82f4d130b9" /></Relationships>
</file>

<file path=ppt/slides/_rels/slide91.xml.rels><?xml version="1.0" encoding="utf-8"?><Relationships xmlns="http://schemas.openxmlformats.org/package/2006/relationships"><Relationship Type="http://schemas.openxmlformats.org/officeDocument/2006/relationships/slideLayout" Target="/ppt/slideLayouts/slideLayout1.xml" Id="Rb3f7f78e8c869abf" /><Relationship Type="http://schemas.openxmlformats.org/officeDocument/2006/relationships/notesSlide" Target="/ppt/notesSlides/notesSlide91.xml" Id="Rf9c13779ae528378" /></Relationships>
</file>

<file path=ppt/slides/_rels/slide92.xml.rels><?xml version="1.0" encoding="utf-8"?><Relationships xmlns="http://schemas.openxmlformats.org/package/2006/relationships"><Relationship Type="http://schemas.openxmlformats.org/officeDocument/2006/relationships/slideLayout" Target="/ppt/slideLayouts/slideLayout1.xml" Id="Rd9ac0b35bd42175f" /><Relationship Type="http://schemas.openxmlformats.org/officeDocument/2006/relationships/notesSlide" Target="/ppt/notesSlides/notesSlide92.xml" Id="R9ff1d67e32d0d541" /></Relationships>
</file>

<file path=ppt/slides/_rels/slide93.xml.rels><?xml version="1.0" encoding="utf-8"?><Relationships xmlns="http://schemas.openxmlformats.org/package/2006/relationships"><Relationship Type="http://schemas.openxmlformats.org/officeDocument/2006/relationships/slideLayout" Target="/ppt/slideLayouts/slideLayout1.xml" Id="Rfa497ab4cbc8d40e" /><Relationship Type="http://schemas.openxmlformats.org/officeDocument/2006/relationships/notesSlide" Target="/ppt/notesSlides/notesSlide93.xml" Id="R94b79aa5fc1c660a" /></Relationships>
</file>

<file path=ppt/slides/_rels/slide94.xml.rels><?xml version="1.0" encoding="utf-8"?><Relationships xmlns="http://schemas.openxmlformats.org/package/2006/relationships"><Relationship Type="http://schemas.openxmlformats.org/officeDocument/2006/relationships/slideLayout" Target="/ppt/slideLayouts/slideLayout1.xml" Id="Ra9a9175e1fc27403" /><Relationship Type="http://schemas.openxmlformats.org/officeDocument/2006/relationships/notesSlide" Target="/ppt/notesSlides/notesSlide94.xml" Id="R47bb8642b4db7d72" /></Relationships>
</file>

<file path=ppt/slides/slide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accent-line">
            <a:extLst xmlns:a="http://schemas.openxmlformats.org/drawingml/2006/main">
              <a:ext uri="{FF2B5EF4-FFF2-40B4-BE49-F238E27FC236}">
                <a16:creationId xmlns:a16="http://schemas.microsoft.com/office/drawing/2014/main" id="{482CB6D6-7EE7-49FD-96C2-29A8E7E97CEF}"/>
              </a:ext>
            </a:extLst>
          </p:cNvPr>
          <p:cNvSpPr>
            <a:spLocks xmlns:a="http://schemas.openxmlformats.org/drawingml/2006/main" noGrp="1"/>
          </p:cNvSpPr>
          <p:nvPr/>
        </p:nvSpPr>
        <p:spPr>
          <a:xfrm xmlns:a="http://schemas.openxmlformats.org/drawingml/2006/main">
            <a:off x="609600" y="723900"/>
            <a:ext cx="76200" cy="466725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yebrow">
            <a:extLst xmlns:a="http://schemas.openxmlformats.org/drawingml/2006/main">
              <a:ext uri="{FF2B5EF4-FFF2-40B4-BE49-F238E27FC236}">
                <a16:creationId xmlns:a16="http://schemas.microsoft.com/office/drawing/2014/main" id="{348AE86A-F8E2-4F15-A65F-714FB9D75FE9}"/>
              </a:ext>
            </a:extLst>
          </p:cNvPr>
          <p:cNvSpPr>
            <a:spLocks xmlns:a="http://schemas.openxmlformats.org/drawingml/2006/main" noGrp="1"/>
          </p:cNvSpPr>
          <p:nvPr/>
        </p:nvSpPr>
        <p:spPr>
          <a:xfrm xmlns:a="http://schemas.openxmlformats.org/drawingml/2006/main">
            <a:off x="990600" y="7239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xmlns:a="http://schemas.openxmlformats.org/drawingml/2006/main">
              <a:ext uri="{FF2B5EF4-FFF2-40B4-BE49-F238E27FC236}">
                <a16:creationId xmlns:a16="http://schemas.microsoft.com/office/drawing/2014/main" id="{A0B10994-0D51-4443-8276-E351A9059EDD}"/>
              </a:ext>
            </a:extLst>
          </p:cNvPr>
          <p:cNvSpPr>
            <a:spLocks xmlns:a="http://schemas.openxmlformats.org/drawingml/2006/main" noGrp="1"/>
          </p:cNvSpPr>
          <p:nvPr/>
        </p:nvSpPr>
        <p:spPr>
          <a:xfrm xmlns:a="http://schemas.openxmlformats.org/drawingml/2006/main">
            <a:off x="990600" y="1562100"/>
            <a:ext cx="8858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xmlns:a="http://schemas.openxmlformats.org/drawingml/2006/main">
              <a:ext uri="{FF2B5EF4-FFF2-40B4-BE49-F238E27FC236}">
                <a16:creationId xmlns:a16="http://schemas.microsoft.com/office/drawing/2014/main" id="{17D1F8A0-686E-4645-BB2D-C88A8C14B3A7}"/>
              </a:ext>
            </a:extLst>
          </p:cNvPr>
          <p:cNvSpPr>
            <a:spLocks xmlns:a="http://schemas.openxmlformats.org/drawingml/2006/main" noGrp="1"/>
          </p:cNvSpPr>
          <p:nvPr/>
        </p:nvSpPr>
        <p:spPr>
          <a:xfrm xmlns:a="http://schemas.openxmlformats.org/drawingml/2006/main">
            <a:off x="990600" y="4114800"/>
            <a:ext cx="923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xmlns:a="http://schemas.openxmlformats.org/drawingml/2006/main">
              <a:ext uri="{FF2B5EF4-FFF2-40B4-BE49-F238E27FC236}">
                <a16:creationId xmlns:a16="http://schemas.microsoft.com/office/drawing/2014/main" id="{6FA91269-A1E6-4B93-ADE5-31DA5E1D05DA}"/>
              </a:ext>
            </a:extLst>
          </p:cNvPr>
          <p:cNvSpPr>
            <a:spLocks xmlns:a="http://schemas.openxmlformats.org/drawingml/2006/main" noGrp="1"/>
          </p:cNvSpPr>
          <p:nvPr/>
        </p:nvSpPr>
        <p:spPr>
          <a:xfrm xmlns:a="http://schemas.openxmlformats.org/drawingml/2006/main">
            <a:off x="990600" y="59055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xmlns:a="http://schemas.openxmlformats.org/drawingml/2006/main">
              <a:ext uri="{FF2B5EF4-FFF2-40B4-BE49-F238E27FC236}">
                <a16:creationId xmlns:a16="http://schemas.microsoft.com/office/drawing/2014/main" id="{1816D198-33A7-473D-B53C-1C66A914A479}"/>
              </a:ext>
            </a:extLst>
          </p:cNvPr>
          <p:cNvSpPr>
            <a:spLocks xmlns:a="http://schemas.openxmlformats.org/drawingml/2006/main" noGrp="1"/>
          </p:cNvSpPr>
          <p:nvPr/>
        </p:nvSpPr>
        <p:spPr>
          <a:xfrm xmlns:a="http://schemas.openxmlformats.org/drawingml/2006/main">
            <a:off x="7239000" y="59055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sld>
</file>

<file path=ppt/slides/slide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342DD5A-9599-40C6-A57D-2227FBBD82E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EEC3C27E-3717-44DD-8C0C-F3F0039B68A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xmlns:a="http://schemas.openxmlformats.org/drawingml/2006/main">
              <a:ext uri="{FF2B5EF4-FFF2-40B4-BE49-F238E27FC236}">
                <a16:creationId xmlns:a16="http://schemas.microsoft.com/office/drawing/2014/main" id="{1E14C287-94A7-4FDC-802E-A7AB66EF225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B31E5CB-1566-4C84-90B4-5FDC27C2C06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96313C7E-8AA3-4A6B-9ABB-1B1E661E480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94</a:t>
            </a:r>
          </a:p>
        </p:txBody>
      </p:sp>
      <p:sp>
        <p:nvSpPr>
          <p:cNvPr id="6" name="lead">
            <a:extLst xmlns:a="http://schemas.openxmlformats.org/drawingml/2006/main">
              <a:ext uri="{FF2B5EF4-FFF2-40B4-BE49-F238E27FC236}">
                <a16:creationId xmlns:a16="http://schemas.microsoft.com/office/drawing/2014/main" id="{D1DEF135-48B2-40BC-A41A-69D3110AD155}"/>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xmlns:a="http://schemas.openxmlformats.org/drawingml/2006/main">
              <a:ext uri="{FF2B5EF4-FFF2-40B4-BE49-F238E27FC236}">
                <a16:creationId xmlns:a16="http://schemas.microsoft.com/office/drawing/2014/main" id="{4870772E-FF4D-4FFE-B010-74C3D1FAE37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59BADB8A-FC5E-466A-9578-E6841506C88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sld>
</file>

<file path=ppt/slides/slide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AA0D43A-4B75-413B-A489-B12A51E41AC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44DBACF-F4A8-4988-97A1-38AFF609C27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xmlns:a="http://schemas.openxmlformats.org/drawingml/2006/main">
              <a:ext uri="{FF2B5EF4-FFF2-40B4-BE49-F238E27FC236}">
                <a16:creationId xmlns:a16="http://schemas.microsoft.com/office/drawing/2014/main" id="{6BAD1B2F-782C-4627-B91A-3D1E9C8A79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8F9B217-5333-4AD5-B0C9-2CB39765F7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4479A1E-797F-4D2D-BB14-0EED6D5F972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94</a:t>
            </a:r>
          </a:p>
        </p:txBody>
      </p:sp>
      <p:sp>
        <p:nvSpPr>
          <p:cNvPr id="6" name="left-title">
            <a:extLst xmlns:a="http://schemas.openxmlformats.org/drawingml/2006/main">
              <a:ext uri="{FF2B5EF4-FFF2-40B4-BE49-F238E27FC236}">
                <a16:creationId xmlns:a16="http://schemas.microsoft.com/office/drawing/2014/main" id="{6E9BFAE1-7A2E-446B-81F2-5147CEF6EE2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xmlns:a="http://schemas.openxmlformats.org/drawingml/2006/main">
              <a:ext uri="{FF2B5EF4-FFF2-40B4-BE49-F238E27FC236}">
                <a16:creationId xmlns:a16="http://schemas.microsoft.com/office/drawing/2014/main" id="{F70BC8C1-E08E-42DC-8644-46608EE07A8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xmlns:a="http://schemas.openxmlformats.org/drawingml/2006/main">
              <a:ext uri="{FF2B5EF4-FFF2-40B4-BE49-F238E27FC236}">
                <a16:creationId xmlns:a16="http://schemas.microsoft.com/office/drawing/2014/main" id="{174CBF3D-983B-45A3-97F3-9D72A96B43E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8B4F4899-D0AF-4F2C-9C66-5DD25982FE80}"/>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xmlns:a="http://schemas.openxmlformats.org/drawingml/2006/main">
              <a:ext uri="{FF2B5EF4-FFF2-40B4-BE49-F238E27FC236}">
                <a16:creationId xmlns:a16="http://schemas.microsoft.com/office/drawing/2014/main" id="{7334FFA7-6E92-4290-805B-F3EC6A561DA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xmlns:a="http://schemas.openxmlformats.org/drawingml/2006/main">
              <a:ext uri="{FF2B5EF4-FFF2-40B4-BE49-F238E27FC236}">
                <a16:creationId xmlns:a16="http://schemas.microsoft.com/office/drawing/2014/main" id="{897637CB-47FE-4C0A-87C1-71A56611ADC1}"/>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7C79B17E-CA70-4406-AD37-EB2CBF3ECA0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sld>
</file>

<file path=ppt/slides/slide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8DA4FEC-B4FD-4CF7-BCBC-4A1C4624089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71BE99A1-EF11-4A9B-B701-986F08F3437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xmlns:a="http://schemas.openxmlformats.org/drawingml/2006/main">
              <a:ext uri="{FF2B5EF4-FFF2-40B4-BE49-F238E27FC236}">
                <a16:creationId xmlns:a16="http://schemas.microsoft.com/office/drawing/2014/main" id="{CEF17C91-128A-4510-B938-223367401AB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E764B85-865A-4B23-BA1E-6EFC0ADE3CE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1EAB33A-9F1C-42D4-8225-A88A88B97C1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94</a:t>
            </a:r>
          </a:p>
        </p:txBody>
      </p:sp>
      <p:sp>
        <p:nvSpPr>
          <p:cNvPr id="6" name="flow-1">
            <a:extLst xmlns:a="http://schemas.openxmlformats.org/drawingml/2006/main">
              <a:ext uri="{FF2B5EF4-FFF2-40B4-BE49-F238E27FC236}">
                <a16:creationId xmlns:a16="http://schemas.microsoft.com/office/drawing/2014/main" id="{778DE1E6-3BD4-4772-B982-9CDFF6CA892C}"/>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4BCE2874-2906-4B43-A06C-F7B2F1C845C0}"/>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xmlns:a="http://schemas.openxmlformats.org/drawingml/2006/main">
              <a:ext uri="{FF2B5EF4-FFF2-40B4-BE49-F238E27FC236}">
                <a16:creationId xmlns:a16="http://schemas.microsoft.com/office/drawing/2014/main" id="{96B56C3C-F08A-4D4E-9086-750C0819440D}"/>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01BD865A-9EE8-421D-9782-B146BDB76EF9}"/>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xmlns:a="http://schemas.openxmlformats.org/drawingml/2006/main">
              <a:ext uri="{FF2B5EF4-FFF2-40B4-BE49-F238E27FC236}">
                <a16:creationId xmlns:a16="http://schemas.microsoft.com/office/drawing/2014/main" id="{A0EE63FF-82AE-45A0-86F3-B117CC96C572}"/>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F2B803AF-2361-446E-A544-8046B3E58DFC}"/>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xmlns:a="http://schemas.openxmlformats.org/drawingml/2006/main">
              <a:ext uri="{FF2B5EF4-FFF2-40B4-BE49-F238E27FC236}">
                <a16:creationId xmlns:a16="http://schemas.microsoft.com/office/drawing/2014/main" id="{FE4CB4F5-60C2-44DD-BD1F-9223EC0C1ACC}"/>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911744B5-9F44-4C89-A043-824C226065BF}"/>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xmlns:a="http://schemas.openxmlformats.org/drawingml/2006/main">
              <a:ext uri="{FF2B5EF4-FFF2-40B4-BE49-F238E27FC236}">
                <a16:creationId xmlns:a16="http://schemas.microsoft.com/office/drawing/2014/main" id="{5C63B3C2-1345-4AFC-B0D7-21598246B3E5}"/>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72436C09-87B9-41F3-9F25-6A471B0C060C}"/>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05F41477-6AE9-4E38-98DE-85C33F4816A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D936723-A687-46CB-B23A-4E2D5C4118F1}"/>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sld>
</file>

<file path=ppt/slides/slide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F49B8C1-2B87-4BD2-A5D5-335E8EE248B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0443562-3B93-445D-A622-EFFB6EA0EF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xmlns:a="http://schemas.openxmlformats.org/drawingml/2006/main">
              <a:ext uri="{FF2B5EF4-FFF2-40B4-BE49-F238E27FC236}">
                <a16:creationId xmlns:a16="http://schemas.microsoft.com/office/drawing/2014/main" id="{BC7BAA0B-7442-44CF-8601-383A6F56618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6C5068-2909-40AB-A13F-79C78BF5D3A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D2C3909-838D-4B3C-8C18-7A44D5EF9F5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94</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Quelle</a:t>
                      </a:r>
                    </a:p>
                  </a:txBody>
                  <a:tcPr marL="91440" marR="91440" marT="45720" marB="45720">
                    <a:solidFill>
                      <a:srgbClr val="0B1F33"/>
                    </a:solidFill>
                  </a:tcPr>
                </a:tc>
                <a:tc>
                  <a:txBody>
                    <a:bodyPr/>
                    <a:lstStyle/>
                    <a:p>
                      <a:r>
                        <a:rPr sz="1500" b="1">
                          <a:solidFill>
                            <a:srgbClr val="FFFFFF"/>
                          </a:solidFill>
                          <a:latin typeface="Aptos"/>
                          <a:ea typeface="Aptos"/>
                          <a:cs typeface="Aptos"/>
                        </a:rPr>
                        <a:t>Stärke</a:t>
                      </a:r>
                    </a:p>
                  </a:txBody>
                  <a:tcPr marL="91440" marR="91440" marT="45720" marB="45720">
                    <a:solidFill>
                      <a:srgbClr val="0B1F33"/>
                    </a:solidFill>
                  </a:tcPr>
                </a:tc>
                <a:tc>
                  <a:txBody>
                    <a:bodyPr/>
                    <a:lstStyle/>
                    <a:p>
                      <a:r>
                        <a:rPr sz="1500" b="1">
                          <a:solidFill>
                            <a:srgbClr val="FFFFFF"/>
                          </a:solidFill>
                          <a:latin typeface="Aptos"/>
                          <a:ea typeface="Aptos"/>
                          <a:cs typeface="Aptos"/>
                        </a:rPr>
                        <a:t>Grenze</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Execution Plan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Operatoren, Schätzungen, Laufzeitdaten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Momentaufnahme; Capture kann kosten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DMVs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aktueller oder kumulierter Zustand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Scope und Delta müssen stimmen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Query Store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Historie von Query, Plan, Runtime und Waits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Aggregation und Retention beachten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Extended Events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gezielte Ereignisse und Korrelation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Sessiondesign bestimmt Overhead</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OS-/Storage-Metriken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Host- und Geräteengpässe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Datenbankbezug muss hergestellt werden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61358985"/>
      </p:ext>
    </p:extLst>
  </p:cSld>
</p:sld>
</file>

<file path=ppt/slides/slide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9845A6C-5B8C-42F0-893D-E4737BD21B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1BD11F76-780E-408E-B408-933ED63EDB8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xmlns:a="http://schemas.openxmlformats.org/drawingml/2006/main">
              <a:ext uri="{FF2B5EF4-FFF2-40B4-BE49-F238E27FC236}">
                <a16:creationId xmlns:a16="http://schemas.microsoft.com/office/drawing/2014/main" id="{1EFA9199-AE9E-4738-AB4F-A2F9B6D0B4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2435C4A-7EDE-4767-9FF9-0B1E7C6026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6744F7B-0675-449F-8A8E-0AA69786F1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94</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Engine</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Compatibility Level</a:t>
                      </a:r>
                    </a:p>
                  </a:txBody>
                  <a:tcPr marL="91440" marR="91440" marT="45720" marB="45720">
                    <a:solidFill>
                      <a:srgbClr val="0B1F33"/>
                    </a:solidFill>
                  </a:tcPr>
                </a:tc>
                <a:tc>
                  <a:txBody>
                    <a:bodyPr/>
                    <a:lstStyle/>
                    <a:p>
                      <a:r>
                        <a:rPr sz="1500" b="1">
                          <a:solidFill>
                            <a:srgbClr val="FFFFFF"/>
                          </a:solidFill>
                          <a:latin typeface="Aptos"/>
                          <a:ea typeface="Aptos"/>
                          <a:cs typeface="Aptos"/>
                        </a:rPr>
                        <a:t>Beispiele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SQL Server 2019</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150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Table Variable Deferred Compilation, Scalar UDF Inlining, Batch Mode on Rowstore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SQL Server 2022</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160</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PSP Optimization, CE Feedback, DOP Feedback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SQL Server 2025</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170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OPPO, PSP-Erweiterungen; Optimized Locking separat pro DB</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8125020"/>
      </p:ext>
    </p:extLst>
  </p:cSld>
</p:sld>
</file>

<file path=ppt/slides/slide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0F85AA3-31CE-4303-9158-F47800087897}"/>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xmlns:a="http://schemas.openxmlformats.org/drawingml/2006/main">
              <a:ext uri="{FF2B5EF4-FFF2-40B4-BE49-F238E27FC236}">
                <a16:creationId xmlns:a16="http://schemas.microsoft.com/office/drawing/2014/main" id="{632BC269-A382-4D55-A239-7D12AA335470}"/>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D0890C3E-F7A1-4AC2-91D1-204531AFD6B4}"/>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xmlns:a="http://schemas.openxmlformats.org/drawingml/2006/main">
              <a:ext uri="{FF2B5EF4-FFF2-40B4-BE49-F238E27FC236}">
                <a16:creationId xmlns:a16="http://schemas.microsoft.com/office/drawing/2014/main" id="{D55C9F91-6276-4582-B0F5-4E2846494098}"/>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xmlns:a="http://schemas.openxmlformats.org/drawingml/2006/main">
              <a:ext uri="{FF2B5EF4-FFF2-40B4-BE49-F238E27FC236}">
                <a16:creationId xmlns:a16="http://schemas.microsoft.com/office/drawing/2014/main" id="{B3A4A92D-F2B6-4D0D-BD4D-91FCAF1D98AB}"/>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sld>
</file>

<file path=ppt/slides/slide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CEC39CB-9113-4191-8681-45480ACA2DE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C9D19695-0D87-4BA7-810A-2D224DE66FE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xmlns:a="http://schemas.openxmlformats.org/drawingml/2006/main">
              <a:ext uri="{FF2B5EF4-FFF2-40B4-BE49-F238E27FC236}">
                <a16:creationId xmlns:a16="http://schemas.microsoft.com/office/drawing/2014/main" id="{C7352C9B-404C-446A-976F-49D80E39C05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C5DD8AE-14CC-45E6-8858-60007EC7989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45C3B1-EEFB-4589-B3FF-5DD43CA2EF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94</a:t>
            </a:r>
          </a:p>
        </p:txBody>
      </p:sp>
      <p:sp>
        <p:nvSpPr>
          <p:cNvPr id="6" name="left-title">
            <a:extLst xmlns:a="http://schemas.openxmlformats.org/drawingml/2006/main">
              <a:ext uri="{FF2B5EF4-FFF2-40B4-BE49-F238E27FC236}">
                <a16:creationId xmlns:a16="http://schemas.microsoft.com/office/drawing/2014/main" id="{53CF84EC-A0DA-4BC5-8A43-4267392ABD1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xmlns:a="http://schemas.openxmlformats.org/drawingml/2006/main">
              <a:ext uri="{FF2B5EF4-FFF2-40B4-BE49-F238E27FC236}">
                <a16:creationId xmlns:a16="http://schemas.microsoft.com/office/drawing/2014/main" id="{C42397A9-65EC-4C01-B923-BD6275162EC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xmlns:a="http://schemas.openxmlformats.org/drawingml/2006/main">
              <a:ext uri="{FF2B5EF4-FFF2-40B4-BE49-F238E27FC236}">
                <a16:creationId xmlns:a16="http://schemas.microsoft.com/office/drawing/2014/main" id="{DAD8E3FC-9015-4C0B-BBB4-D46B2201B26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4239C275-E575-4E7A-896D-B9459C314D1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xmlns:a="http://schemas.openxmlformats.org/drawingml/2006/main">
              <a:ext uri="{FF2B5EF4-FFF2-40B4-BE49-F238E27FC236}">
                <a16:creationId xmlns:a16="http://schemas.microsoft.com/office/drawing/2014/main" id="{DE15672F-E89E-49A8-84A3-82D025282925}"/>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xmlns:a="http://schemas.openxmlformats.org/drawingml/2006/main">
              <a:ext uri="{FF2B5EF4-FFF2-40B4-BE49-F238E27FC236}">
                <a16:creationId xmlns:a16="http://schemas.microsoft.com/office/drawing/2014/main" id="{32C0BB9C-6877-4996-B5BA-A32FD992BF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7C92423-6D05-438B-A8FE-89F20FF8E536}"/>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sld>
</file>

<file path=ppt/slides/slide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4DA0543-541B-4833-B253-9CE1998E013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0F47799-062C-453F-A709-DF3417A9A2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xmlns:a="http://schemas.openxmlformats.org/drawingml/2006/main">
              <a:ext uri="{FF2B5EF4-FFF2-40B4-BE49-F238E27FC236}">
                <a16:creationId xmlns:a16="http://schemas.microsoft.com/office/drawing/2014/main" id="{DA360922-D4B8-4597-A997-D86D5CB5AD2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A8BBAA-185A-4F13-BB0C-8C872B1E656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81D29C-75E8-41CF-8BBF-351E32C723B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94</a:t>
            </a:r>
          </a:p>
        </p:txBody>
      </p:sp>
      <p:sp>
        <p:nvSpPr>
          <p:cNvPr id="6" name="lead">
            <a:extLst xmlns:a="http://schemas.openxmlformats.org/drawingml/2006/main">
              <a:ext uri="{FF2B5EF4-FFF2-40B4-BE49-F238E27FC236}">
                <a16:creationId xmlns:a16="http://schemas.microsoft.com/office/drawing/2014/main" id="{4425BCA6-2A82-484F-9AF6-27638C134CB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xmlns:a="http://schemas.openxmlformats.org/drawingml/2006/main">
              <a:ext uri="{FF2B5EF4-FFF2-40B4-BE49-F238E27FC236}">
                <a16:creationId xmlns:a16="http://schemas.microsoft.com/office/drawing/2014/main" id="{6DAFFFFF-1934-4CE4-9FB8-E883119B27DE}"/>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1CB1456-CAFF-4B87-A9E5-28CC0B586CB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sld>
</file>

<file path=ppt/slides/slide1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A12383-24E3-4097-9E70-3D449D74491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A35B0F10-3670-4BCE-AA1D-A0B365A6B3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xmlns:a="http://schemas.openxmlformats.org/drawingml/2006/main">
              <a:ext uri="{FF2B5EF4-FFF2-40B4-BE49-F238E27FC236}">
                <a16:creationId xmlns:a16="http://schemas.microsoft.com/office/drawing/2014/main" id="{387CFF48-DD04-4885-B47D-7FF403E3956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D37BC1-8292-4B24-BA66-F103E2EBF4B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DF058B-1B57-4AB3-9C17-0941169AAEA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94</a:t>
            </a:r>
          </a:p>
        </p:txBody>
      </p:sp>
      <p:sp>
        <p:nvSpPr>
          <p:cNvPr id="6" name="hierarchy">
            <a:extLst xmlns:a="http://schemas.openxmlformats.org/drawingml/2006/main">
              <a:ext uri="{FF2B5EF4-FFF2-40B4-BE49-F238E27FC236}">
                <a16:creationId xmlns:a16="http://schemas.microsoft.com/office/drawing/2014/main" id="{B077CBE6-1E85-4431-9D2C-CA3201FAEE87}"/>
              </a:ext>
            </a:extLst>
          </p:cNvPr>
          <p:cNvSpPr>
            <a:spLocks xmlns:a="http://schemas.openxmlformats.org/drawingml/2006/main" noGrp="1"/>
          </p:cNvSpPr>
          <p:nvPr/>
        </p:nvSpPr>
        <p:spPr>
          <a:xfrm xmlns:a="http://schemas.openxmlformats.org/drawingml/2006/main">
            <a:off x="609600" y="20955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xmlns:a="http://schemas.openxmlformats.org/drawingml/2006/main">
              <a:ext uri="{FF2B5EF4-FFF2-40B4-BE49-F238E27FC236}">
                <a16:creationId xmlns:a16="http://schemas.microsoft.com/office/drawing/2014/main" id="{92EF5F29-C5C3-43F2-AE35-B200F18238C5}"/>
              </a:ext>
            </a:extLst>
          </p:cNvPr>
          <p:cNvSpPr>
            <a:spLocks xmlns:a="http://schemas.openxmlformats.org/drawingml/2006/main" noGrp="1"/>
          </p:cNvSpPr>
          <p:nvPr/>
        </p:nvSpPr>
        <p:spPr>
          <a:xfrm xmlns:a="http://schemas.openxmlformats.org/drawingml/2006/main">
            <a:off x="10287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8" name="page-text-0">
            <a:extLst xmlns:a="http://schemas.openxmlformats.org/drawingml/2006/main">
              <a:ext uri="{FF2B5EF4-FFF2-40B4-BE49-F238E27FC236}">
                <a16:creationId xmlns:a16="http://schemas.microsoft.com/office/drawing/2014/main" id="{87FE6043-DFE5-4E5D-8021-56225EFD9A5A}"/>
              </a:ext>
            </a:extLst>
          </p:cNvPr>
          <p:cNvSpPr>
            <a:spLocks xmlns:a="http://schemas.openxmlformats.org/drawingml/2006/main" noGrp="1"/>
          </p:cNvSpPr>
          <p:nvPr/>
        </p:nvSpPr>
        <p:spPr>
          <a:xfrm xmlns:a="http://schemas.openxmlformats.org/drawingml/2006/main">
            <a:off x="10287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xmlns:a="http://schemas.openxmlformats.org/drawingml/2006/main">
              <a:ext uri="{FF2B5EF4-FFF2-40B4-BE49-F238E27FC236}">
                <a16:creationId xmlns:a16="http://schemas.microsoft.com/office/drawing/2014/main" id="{6FA0058D-6CFA-41FB-9C39-FB4227AABF69}"/>
              </a:ext>
            </a:extLst>
          </p:cNvPr>
          <p:cNvSpPr>
            <a:spLocks xmlns:a="http://schemas.openxmlformats.org/drawingml/2006/main" noGrp="1"/>
          </p:cNvSpPr>
          <p:nvPr/>
        </p:nvSpPr>
        <p:spPr>
          <a:xfrm xmlns:a="http://schemas.openxmlformats.org/drawingml/2006/main">
            <a:off x="22002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0" name="page-text-1">
            <a:extLst xmlns:a="http://schemas.openxmlformats.org/drawingml/2006/main">
              <a:ext uri="{FF2B5EF4-FFF2-40B4-BE49-F238E27FC236}">
                <a16:creationId xmlns:a16="http://schemas.microsoft.com/office/drawing/2014/main" id="{E3B2827D-8EF4-4B40-B88B-65BD957CA56E}"/>
              </a:ext>
            </a:extLst>
          </p:cNvPr>
          <p:cNvSpPr>
            <a:spLocks xmlns:a="http://schemas.openxmlformats.org/drawingml/2006/main" noGrp="1"/>
          </p:cNvSpPr>
          <p:nvPr/>
        </p:nvSpPr>
        <p:spPr>
          <a:xfrm xmlns:a="http://schemas.openxmlformats.org/drawingml/2006/main">
            <a:off x="22002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xmlns:a="http://schemas.openxmlformats.org/drawingml/2006/main">
              <a:ext uri="{FF2B5EF4-FFF2-40B4-BE49-F238E27FC236}">
                <a16:creationId xmlns:a16="http://schemas.microsoft.com/office/drawing/2014/main" id="{A94B5F55-FE53-45D7-9939-33E27D53E345}"/>
              </a:ext>
            </a:extLst>
          </p:cNvPr>
          <p:cNvSpPr>
            <a:spLocks xmlns:a="http://schemas.openxmlformats.org/drawingml/2006/main" noGrp="1"/>
          </p:cNvSpPr>
          <p:nvPr/>
        </p:nvSpPr>
        <p:spPr>
          <a:xfrm xmlns:a="http://schemas.openxmlformats.org/drawingml/2006/main">
            <a:off x="33718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2" name="page-text-2">
            <a:extLst xmlns:a="http://schemas.openxmlformats.org/drawingml/2006/main">
              <a:ext uri="{FF2B5EF4-FFF2-40B4-BE49-F238E27FC236}">
                <a16:creationId xmlns:a16="http://schemas.microsoft.com/office/drawing/2014/main" id="{6F574431-F676-429C-AD25-C4932F025D32}"/>
              </a:ext>
            </a:extLst>
          </p:cNvPr>
          <p:cNvSpPr>
            <a:spLocks xmlns:a="http://schemas.openxmlformats.org/drawingml/2006/main" noGrp="1"/>
          </p:cNvSpPr>
          <p:nvPr/>
        </p:nvSpPr>
        <p:spPr>
          <a:xfrm xmlns:a="http://schemas.openxmlformats.org/drawingml/2006/main">
            <a:off x="33718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xmlns:a="http://schemas.openxmlformats.org/drawingml/2006/main">
              <a:ext uri="{FF2B5EF4-FFF2-40B4-BE49-F238E27FC236}">
                <a16:creationId xmlns:a16="http://schemas.microsoft.com/office/drawing/2014/main" id="{32EFEB45-05E9-451E-A982-AAFE6D55B2BB}"/>
              </a:ext>
            </a:extLst>
          </p:cNvPr>
          <p:cNvSpPr>
            <a:spLocks xmlns:a="http://schemas.openxmlformats.org/drawingml/2006/main" noGrp="1"/>
          </p:cNvSpPr>
          <p:nvPr/>
        </p:nvSpPr>
        <p:spPr>
          <a:xfrm xmlns:a="http://schemas.openxmlformats.org/drawingml/2006/main">
            <a:off x="4543425" y="3048000"/>
            <a:ext cx="1000125" cy="1428750"/>
          </a:xfrm>
          <a:prstGeom xmlns:a="http://schemas.openxmlformats.org/drawingml/2006/main" prst="rect">
            <a:avLst/>
          </a:prstGeom>
          <a:solidFill xmlns:a="http://schemas.openxmlformats.org/drawingml/2006/main">
            <a:srgbClr val="F4A261"/>
          </a:solidFill>
          <a:ln xmlns:a="http://schemas.openxmlformats.org/drawingml/2006/main" w="19050">
            <a:solidFill>
              <a:srgbClr val="D9E2EC"/>
            </a:solidFill>
            <a:prstDash val="solid"/>
          </a:ln>
        </p:spPr>
      </p:sp>
      <p:sp>
        <p:nvSpPr>
          <p:cNvPr id="14" name="page-text-3">
            <a:extLst xmlns:a="http://schemas.openxmlformats.org/drawingml/2006/main">
              <a:ext uri="{FF2B5EF4-FFF2-40B4-BE49-F238E27FC236}">
                <a16:creationId xmlns:a16="http://schemas.microsoft.com/office/drawing/2014/main" id="{3694C2A5-24F4-40B5-829F-D4C0B09A8CF5}"/>
              </a:ext>
            </a:extLst>
          </p:cNvPr>
          <p:cNvSpPr>
            <a:spLocks xmlns:a="http://schemas.openxmlformats.org/drawingml/2006/main" noGrp="1"/>
          </p:cNvSpPr>
          <p:nvPr/>
        </p:nvSpPr>
        <p:spPr>
          <a:xfrm xmlns:a="http://schemas.openxmlformats.org/drawingml/2006/main">
            <a:off x="45434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xmlns:a="http://schemas.openxmlformats.org/drawingml/2006/main">
              <a:ext uri="{FF2B5EF4-FFF2-40B4-BE49-F238E27FC236}">
                <a16:creationId xmlns:a16="http://schemas.microsoft.com/office/drawing/2014/main" id="{7D64CAC5-7BD7-417C-ACF8-EBCCFB6872AB}"/>
              </a:ext>
            </a:extLst>
          </p:cNvPr>
          <p:cNvSpPr>
            <a:spLocks xmlns:a="http://schemas.openxmlformats.org/drawingml/2006/main" noGrp="1"/>
          </p:cNvSpPr>
          <p:nvPr/>
        </p:nvSpPr>
        <p:spPr>
          <a:xfrm xmlns:a="http://schemas.openxmlformats.org/drawingml/2006/main">
            <a:off x="57150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6" name="page-text-4">
            <a:extLst xmlns:a="http://schemas.openxmlformats.org/drawingml/2006/main">
              <a:ext uri="{FF2B5EF4-FFF2-40B4-BE49-F238E27FC236}">
                <a16:creationId xmlns:a16="http://schemas.microsoft.com/office/drawing/2014/main" id="{5CD56B44-5E00-43FF-B663-51D602D57711}"/>
              </a:ext>
            </a:extLst>
          </p:cNvPr>
          <p:cNvSpPr>
            <a:spLocks xmlns:a="http://schemas.openxmlformats.org/drawingml/2006/main" noGrp="1"/>
          </p:cNvSpPr>
          <p:nvPr/>
        </p:nvSpPr>
        <p:spPr>
          <a:xfrm xmlns:a="http://schemas.openxmlformats.org/drawingml/2006/main">
            <a:off x="57150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xmlns:a="http://schemas.openxmlformats.org/drawingml/2006/main">
              <a:ext uri="{FF2B5EF4-FFF2-40B4-BE49-F238E27FC236}">
                <a16:creationId xmlns:a16="http://schemas.microsoft.com/office/drawing/2014/main" id="{FAE20B43-99D6-40E7-B2D4-7B65CAE434B6}"/>
              </a:ext>
            </a:extLst>
          </p:cNvPr>
          <p:cNvSpPr>
            <a:spLocks xmlns:a="http://schemas.openxmlformats.org/drawingml/2006/main" noGrp="1"/>
          </p:cNvSpPr>
          <p:nvPr/>
        </p:nvSpPr>
        <p:spPr>
          <a:xfrm xmlns:a="http://schemas.openxmlformats.org/drawingml/2006/main">
            <a:off x="68865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8" name="page-text-5">
            <a:extLst xmlns:a="http://schemas.openxmlformats.org/drawingml/2006/main">
              <a:ext uri="{FF2B5EF4-FFF2-40B4-BE49-F238E27FC236}">
                <a16:creationId xmlns:a16="http://schemas.microsoft.com/office/drawing/2014/main" id="{7471C3DC-EA4A-4106-B9A5-F10D75888DEC}"/>
              </a:ext>
            </a:extLst>
          </p:cNvPr>
          <p:cNvSpPr>
            <a:spLocks xmlns:a="http://schemas.openxmlformats.org/drawingml/2006/main" noGrp="1"/>
          </p:cNvSpPr>
          <p:nvPr/>
        </p:nvSpPr>
        <p:spPr>
          <a:xfrm xmlns:a="http://schemas.openxmlformats.org/drawingml/2006/main">
            <a:off x="68865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xmlns:a="http://schemas.openxmlformats.org/drawingml/2006/main">
              <a:ext uri="{FF2B5EF4-FFF2-40B4-BE49-F238E27FC236}">
                <a16:creationId xmlns:a16="http://schemas.microsoft.com/office/drawing/2014/main" id="{A2A049D4-9575-401E-9CB9-F6A39437CF45}"/>
              </a:ext>
            </a:extLst>
          </p:cNvPr>
          <p:cNvSpPr>
            <a:spLocks xmlns:a="http://schemas.openxmlformats.org/drawingml/2006/main" noGrp="1"/>
          </p:cNvSpPr>
          <p:nvPr/>
        </p:nvSpPr>
        <p:spPr>
          <a:xfrm xmlns:a="http://schemas.openxmlformats.org/drawingml/2006/main">
            <a:off x="80581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0" name="page-text-6">
            <a:extLst xmlns:a="http://schemas.openxmlformats.org/drawingml/2006/main">
              <a:ext uri="{FF2B5EF4-FFF2-40B4-BE49-F238E27FC236}">
                <a16:creationId xmlns:a16="http://schemas.microsoft.com/office/drawing/2014/main" id="{D881FB9B-8669-452C-BBB6-8578A35A457D}"/>
              </a:ext>
            </a:extLst>
          </p:cNvPr>
          <p:cNvSpPr>
            <a:spLocks xmlns:a="http://schemas.openxmlformats.org/drawingml/2006/main" noGrp="1"/>
          </p:cNvSpPr>
          <p:nvPr/>
        </p:nvSpPr>
        <p:spPr>
          <a:xfrm xmlns:a="http://schemas.openxmlformats.org/drawingml/2006/main">
            <a:off x="80581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xmlns:a="http://schemas.openxmlformats.org/drawingml/2006/main">
              <a:ext uri="{FF2B5EF4-FFF2-40B4-BE49-F238E27FC236}">
                <a16:creationId xmlns:a16="http://schemas.microsoft.com/office/drawing/2014/main" id="{682D9E6B-1920-4033-90C6-54E47B62A69E}"/>
              </a:ext>
            </a:extLst>
          </p:cNvPr>
          <p:cNvSpPr>
            <a:spLocks xmlns:a="http://schemas.openxmlformats.org/drawingml/2006/main" noGrp="1"/>
          </p:cNvSpPr>
          <p:nvPr/>
        </p:nvSpPr>
        <p:spPr>
          <a:xfrm xmlns:a="http://schemas.openxmlformats.org/drawingml/2006/main">
            <a:off x="922972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2" name="page-text-7">
            <a:extLst xmlns:a="http://schemas.openxmlformats.org/drawingml/2006/main">
              <a:ext uri="{FF2B5EF4-FFF2-40B4-BE49-F238E27FC236}">
                <a16:creationId xmlns:a16="http://schemas.microsoft.com/office/drawing/2014/main" id="{051E9C27-B9D5-4BB7-8713-AB8A5A3C7D89}"/>
              </a:ext>
            </a:extLst>
          </p:cNvPr>
          <p:cNvSpPr>
            <a:spLocks xmlns:a="http://schemas.openxmlformats.org/drawingml/2006/main" noGrp="1"/>
          </p:cNvSpPr>
          <p:nvPr/>
        </p:nvSpPr>
        <p:spPr>
          <a:xfrm xmlns:a="http://schemas.openxmlformats.org/drawingml/2006/main">
            <a:off x="92297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xmlns:a="http://schemas.openxmlformats.org/drawingml/2006/main">
              <a:ext uri="{FF2B5EF4-FFF2-40B4-BE49-F238E27FC236}">
                <a16:creationId xmlns:a16="http://schemas.microsoft.com/office/drawing/2014/main" id="{6FFB374E-2B6A-4222-9726-E0124FEC18C3}"/>
              </a:ext>
            </a:extLst>
          </p:cNvPr>
          <p:cNvSpPr>
            <a:spLocks xmlns:a="http://schemas.openxmlformats.org/drawingml/2006/main" noGrp="1"/>
          </p:cNvSpPr>
          <p:nvPr/>
        </p:nvSpPr>
        <p:spPr>
          <a:xfrm xmlns:a="http://schemas.openxmlformats.org/drawingml/2006/main">
            <a:off x="952500" y="4762500"/>
            <a:ext cx="9315450" cy="57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4" name="extent-label">
            <a:extLst xmlns:a="http://schemas.openxmlformats.org/drawingml/2006/main">
              <a:ext uri="{FF2B5EF4-FFF2-40B4-BE49-F238E27FC236}">
                <a16:creationId xmlns:a16="http://schemas.microsoft.com/office/drawing/2014/main" id="{0428897B-3721-4BEC-99A2-4910A4C9F153}"/>
              </a:ext>
            </a:extLst>
          </p:cNvPr>
          <p:cNvSpPr>
            <a:spLocks xmlns:a="http://schemas.openxmlformats.org/drawingml/2006/main" noGrp="1"/>
          </p:cNvSpPr>
          <p:nvPr/>
        </p:nvSpPr>
        <p:spPr>
          <a:xfrm xmlns:a="http://schemas.openxmlformats.org/drawingml/2006/main">
            <a:off x="2266950" y="501015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sld>
</file>

<file path=ppt/slides/slide1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0676373-CF57-430D-BE08-FF4B32BCD7F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E45BAB8-7C93-45BB-9207-818B34D819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xmlns:a="http://schemas.openxmlformats.org/drawingml/2006/main">
              <a:ext uri="{FF2B5EF4-FFF2-40B4-BE49-F238E27FC236}">
                <a16:creationId xmlns:a16="http://schemas.microsoft.com/office/drawing/2014/main" id="{5603E758-C97F-43E5-8795-6F609A60581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DCCB183-864A-4DA7-97D5-F60D99FB25B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C02AD68-800A-4778-A404-08739D1ECD8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94</a:t>
            </a:r>
          </a:p>
        </p:txBody>
      </p:sp>
      <p:sp>
        <p:nvSpPr>
          <p:cNvPr id="6" name="row-part-0">
            <a:extLst xmlns:a="http://schemas.openxmlformats.org/drawingml/2006/main">
              <a:ext uri="{FF2B5EF4-FFF2-40B4-BE49-F238E27FC236}">
                <a16:creationId xmlns:a16="http://schemas.microsoft.com/office/drawing/2014/main" id="{3DDB72EE-0A42-45BD-B580-9FE680F652D6}"/>
              </a:ext>
            </a:extLst>
          </p:cNvPr>
          <p:cNvSpPr>
            <a:spLocks xmlns:a="http://schemas.openxmlformats.org/drawingml/2006/main" noGrp="1"/>
          </p:cNvSpPr>
          <p:nvPr/>
        </p:nvSpPr>
        <p:spPr>
          <a:xfrm xmlns:a="http://schemas.openxmlformats.org/drawingml/2006/main">
            <a:off x="781050" y="3028950"/>
            <a:ext cx="1190625" cy="1466850"/>
          </a:xfrm>
          <a:prstGeom xmlns:a="http://schemas.openxmlformats.org/drawingml/2006/main" prst="rect">
            <a:avLst/>
          </a:prstGeom>
          <a:solidFill xmlns:a="http://schemas.openxmlformats.org/drawingml/2006/main">
            <a:srgbClr val="007C83"/>
          </a:solidFill>
          <a:ln xmlns:a="http://schemas.openxmlformats.org/drawingml/2006/main" w="9525">
            <a:solidFill>
              <a:srgbClr val="163A52"/>
            </a:solidFill>
            <a:prstDash val="solid"/>
          </a:ln>
        </p:spPr>
      </p:sp>
      <p:sp>
        <p:nvSpPr>
          <p:cNvPr id="7" name="row-part-text-0">
            <a:extLst xmlns:a="http://schemas.openxmlformats.org/drawingml/2006/main">
              <a:ext uri="{FF2B5EF4-FFF2-40B4-BE49-F238E27FC236}">
                <a16:creationId xmlns:a16="http://schemas.microsoft.com/office/drawing/2014/main" id="{686FA9B4-49BD-451E-B6BF-ED5F6877D408}"/>
              </a:ext>
            </a:extLst>
          </p:cNvPr>
          <p:cNvSpPr>
            <a:spLocks xmlns:a="http://schemas.openxmlformats.org/drawingml/2006/main" noGrp="1"/>
          </p:cNvSpPr>
          <p:nvPr/>
        </p:nvSpPr>
        <p:spPr>
          <a:xfrm xmlns:a="http://schemas.openxmlformats.org/drawingml/2006/main">
            <a:off x="857250" y="3352800"/>
            <a:ext cx="1038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xmlns:a="http://schemas.openxmlformats.org/drawingml/2006/main">
              <a:ext uri="{FF2B5EF4-FFF2-40B4-BE49-F238E27FC236}">
                <a16:creationId xmlns:a16="http://schemas.microsoft.com/office/drawing/2014/main" id="{5D2FDBC4-82E4-46AD-B52D-4AC4D3DF06FF}"/>
              </a:ext>
            </a:extLst>
          </p:cNvPr>
          <p:cNvSpPr>
            <a:spLocks xmlns:a="http://schemas.openxmlformats.org/drawingml/2006/main" noGrp="1"/>
          </p:cNvSpPr>
          <p:nvPr/>
        </p:nvSpPr>
        <p:spPr>
          <a:xfrm xmlns:a="http://schemas.openxmlformats.org/drawingml/2006/main">
            <a:off x="1971675" y="3028950"/>
            <a:ext cx="2095500" cy="1466850"/>
          </a:xfrm>
          <a:prstGeom xmlns:a="http://schemas.openxmlformats.org/drawingml/2006/main" prst="rect">
            <a:avLst/>
          </a:prstGeom>
          <a:solidFill xmlns:a="http://schemas.openxmlformats.org/drawingml/2006/main">
            <a:srgbClr val="B9E3E5"/>
          </a:solidFill>
          <a:ln xmlns:a="http://schemas.openxmlformats.org/drawingml/2006/main" w="9525">
            <a:solidFill>
              <a:srgbClr val="163A52"/>
            </a:solidFill>
            <a:prstDash val="solid"/>
          </a:ln>
        </p:spPr>
      </p:sp>
      <p:sp>
        <p:nvSpPr>
          <p:cNvPr id="9" name="row-part-text-1">
            <a:extLst xmlns:a="http://schemas.openxmlformats.org/drawingml/2006/main">
              <a:ext uri="{FF2B5EF4-FFF2-40B4-BE49-F238E27FC236}">
                <a16:creationId xmlns:a16="http://schemas.microsoft.com/office/drawing/2014/main" id="{FC99DA9D-6820-4F77-BC04-CAAFDEAA5A38}"/>
              </a:ext>
            </a:extLst>
          </p:cNvPr>
          <p:cNvSpPr>
            <a:spLocks xmlns:a="http://schemas.openxmlformats.org/drawingml/2006/main" noGrp="1"/>
          </p:cNvSpPr>
          <p:nvPr/>
        </p:nvSpPr>
        <p:spPr>
          <a:xfrm xmlns:a="http://schemas.openxmlformats.org/drawingml/2006/main">
            <a:off x="204787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xmlns:a="http://schemas.openxmlformats.org/drawingml/2006/main">
              <a:ext uri="{FF2B5EF4-FFF2-40B4-BE49-F238E27FC236}">
                <a16:creationId xmlns:a16="http://schemas.microsoft.com/office/drawing/2014/main" id="{873F220C-0EAA-49C9-A4D9-EB796EB764B2}"/>
              </a:ext>
            </a:extLst>
          </p:cNvPr>
          <p:cNvSpPr>
            <a:spLocks xmlns:a="http://schemas.openxmlformats.org/drawingml/2006/main" noGrp="1"/>
          </p:cNvSpPr>
          <p:nvPr/>
        </p:nvSpPr>
        <p:spPr>
          <a:xfrm xmlns:a="http://schemas.openxmlformats.org/drawingml/2006/main">
            <a:off x="4067175" y="3028950"/>
            <a:ext cx="1619250" cy="1466850"/>
          </a:xfrm>
          <a:prstGeom xmlns:a="http://schemas.openxmlformats.org/drawingml/2006/main" prst="rect">
            <a:avLst/>
          </a:prstGeom>
          <a:solidFill xmlns:a="http://schemas.openxmlformats.org/drawingml/2006/main">
            <a:srgbClr val="F4A261"/>
          </a:solidFill>
          <a:ln xmlns:a="http://schemas.openxmlformats.org/drawingml/2006/main" w="9525">
            <a:solidFill>
              <a:srgbClr val="163A52"/>
            </a:solidFill>
            <a:prstDash val="solid"/>
          </a:ln>
        </p:spPr>
      </p:sp>
      <p:sp>
        <p:nvSpPr>
          <p:cNvPr id="11" name="row-part-text-2">
            <a:extLst xmlns:a="http://schemas.openxmlformats.org/drawingml/2006/main">
              <a:ext uri="{FF2B5EF4-FFF2-40B4-BE49-F238E27FC236}">
                <a16:creationId xmlns:a16="http://schemas.microsoft.com/office/drawing/2014/main" id="{1CA6F851-A8CD-4B10-B787-7B1BC399D5C3}"/>
              </a:ext>
            </a:extLst>
          </p:cNvPr>
          <p:cNvSpPr>
            <a:spLocks xmlns:a="http://schemas.openxmlformats.org/drawingml/2006/main" noGrp="1"/>
          </p:cNvSpPr>
          <p:nvPr/>
        </p:nvSpPr>
        <p:spPr>
          <a:xfrm xmlns:a="http://schemas.openxmlformats.org/drawingml/2006/main">
            <a:off x="4143375" y="3352800"/>
            <a:ext cx="14668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xmlns:a="http://schemas.openxmlformats.org/drawingml/2006/main">
              <a:ext uri="{FF2B5EF4-FFF2-40B4-BE49-F238E27FC236}">
                <a16:creationId xmlns:a16="http://schemas.microsoft.com/office/drawing/2014/main" id="{FAC4E424-F8A1-40E7-ADB0-5C832ED39472}"/>
              </a:ext>
            </a:extLst>
          </p:cNvPr>
          <p:cNvSpPr>
            <a:spLocks xmlns:a="http://schemas.openxmlformats.org/drawingml/2006/main" noGrp="1"/>
          </p:cNvSpPr>
          <p:nvPr/>
        </p:nvSpPr>
        <p:spPr>
          <a:xfrm xmlns:a="http://schemas.openxmlformats.org/drawingml/2006/main">
            <a:off x="5686425" y="3028950"/>
            <a:ext cx="2095500" cy="1466850"/>
          </a:xfrm>
          <a:prstGeom xmlns:a="http://schemas.openxmlformats.org/drawingml/2006/main" prst="rect">
            <a:avLst/>
          </a:prstGeom>
          <a:solidFill xmlns:a="http://schemas.openxmlformats.org/drawingml/2006/main">
            <a:srgbClr val="FFE5C2"/>
          </a:solidFill>
          <a:ln xmlns:a="http://schemas.openxmlformats.org/drawingml/2006/main" w="9525">
            <a:solidFill>
              <a:srgbClr val="163A52"/>
            </a:solidFill>
            <a:prstDash val="solid"/>
          </a:ln>
        </p:spPr>
      </p:sp>
      <p:sp>
        <p:nvSpPr>
          <p:cNvPr id="13" name="row-part-text-3">
            <a:extLst xmlns:a="http://schemas.openxmlformats.org/drawingml/2006/main">
              <a:ext uri="{FF2B5EF4-FFF2-40B4-BE49-F238E27FC236}">
                <a16:creationId xmlns:a16="http://schemas.microsoft.com/office/drawing/2014/main" id="{F017D30C-7F63-42E3-9D1A-D8020904BD53}"/>
              </a:ext>
            </a:extLst>
          </p:cNvPr>
          <p:cNvSpPr>
            <a:spLocks xmlns:a="http://schemas.openxmlformats.org/drawingml/2006/main" noGrp="1"/>
          </p:cNvSpPr>
          <p:nvPr/>
        </p:nvSpPr>
        <p:spPr>
          <a:xfrm xmlns:a="http://schemas.openxmlformats.org/drawingml/2006/main">
            <a:off x="576262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xmlns:a="http://schemas.openxmlformats.org/drawingml/2006/main">
              <a:ext uri="{FF2B5EF4-FFF2-40B4-BE49-F238E27FC236}">
                <a16:creationId xmlns:a16="http://schemas.microsoft.com/office/drawing/2014/main" id="{4D2D4504-7E69-492B-979F-05ACFD0DF9CD}"/>
              </a:ext>
            </a:extLst>
          </p:cNvPr>
          <p:cNvSpPr>
            <a:spLocks xmlns:a="http://schemas.openxmlformats.org/drawingml/2006/main" noGrp="1"/>
          </p:cNvSpPr>
          <p:nvPr/>
        </p:nvSpPr>
        <p:spPr>
          <a:xfrm xmlns:a="http://schemas.openxmlformats.org/drawingml/2006/main">
            <a:off x="7781925" y="3028950"/>
            <a:ext cx="2714625"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163A52"/>
            </a:solidFill>
            <a:prstDash val="solid"/>
          </a:ln>
        </p:spPr>
      </p:sp>
      <p:sp>
        <p:nvSpPr>
          <p:cNvPr id="15" name="row-part-text-4">
            <a:extLst xmlns:a="http://schemas.openxmlformats.org/drawingml/2006/main">
              <a:ext uri="{FF2B5EF4-FFF2-40B4-BE49-F238E27FC236}">
                <a16:creationId xmlns:a16="http://schemas.microsoft.com/office/drawing/2014/main" id="{5E6EFB53-9F3B-41FF-8AF2-BEFE1E6A10FF}"/>
              </a:ext>
            </a:extLst>
          </p:cNvPr>
          <p:cNvSpPr>
            <a:spLocks xmlns:a="http://schemas.openxmlformats.org/drawingml/2006/main" noGrp="1"/>
          </p:cNvSpPr>
          <p:nvPr/>
        </p:nvSpPr>
        <p:spPr>
          <a:xfrm xmlns:a="http://schemas.openxmlformats.org/drawingml/2006/main">
            <a:off x="7858125" y="3352800"/>
            <a:ext cx="2562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xmlns:a="http://schemas.openxmlformats.org/drawingml/2006/main">
              <a:ext uri="{FF2B5EF4-FFF2-40B4-BE49-F238E27FC236}">
                <a16:creationId xmlns:a16="http://schemas.microsoft.com/office/drawing/2014/main" id="{5A6E1248-D63C-4B58-9655-141148EC7E20}"/>
              </a:ext>
            </a:extLst>
          </p:cNvPr>
          <p:cNvSpPr>
            <a:spLocks xmlns:a="http://schemas.openxmlformats.org/drawingml/2006/main" noGrp="1"/>
          </p:cNvSpPr>
          <p:nvPr/>
        </p:nvSpPr>
        <p:spPr>
          <a:xfrm xmlns:a="http://schemas.openxmlformats.org/drawingml/2006/main">
            <a:off x="990600" y="4972050"/>
            <a:ext cx="10210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99"/>
          </a:bodyPr>
          <a:lstStyle xmlns:a="http://schemas.openxmlformats.org/drawingml/2006/main"/>
          <a:p xmlns:a="http://schemas.openxmlformats.org/drawingml/2006/main">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sld>
</file>

<file path=ppt/slides/slide1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1B6F922-8197-4698-8E29-B1891F3DEE7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6E3AD14E-DCED-44F6-AF2E-8B74F64241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xmlns:a="http://schemas.openxmlformats.org/drawingml/2006/main">
              <a:ext uri="{FF2B5EF4-FFF2-40B4-BE49-F238E27FC236}">
                <a16:creationId xmlns:a16="http://schemas.microsoft.com/office/drawing/2014/main" id="{B3075A7A-863E-4B7C-ADD4-23BD70F16F2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B0E0E4-2958-4872-A229-A268081AAC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648C903-04A6-4556-9E2D-2E538BC48CF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94</a:t>
            </a:r>
          </a:p>
        </p:txBody>
      </p:sp>
      <p:sp>
        <p:nvSpPr>
          <p:cNvPr id="6" name="lead">
            <a:extLst xmlns:a="http://schemas.openxmlformats.org/drawingml/2006/main">
              <a:ext uri="{FF2B5EF4-FFF2-40B4-BE49-F238E27FC236}">
                <a16:creationId xmlns:a16="http://schemas.microsoft.com/office/drawing/2014/main" id="{C24576DB-764A-45D3-98B5-EB5657595932}"/>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xmlns:a="http://schemas.openxmlformats.org/drawingml/2006/main">
              <a:ext uri="{FF2B5EF4-FFF2-40B4-BE49-F238E27FC236}">
                <a16:creationId xmlns:a16="http://schemas.microsoft.com/office/drawing/2014/main" id="{145AC1DB-2A6F-4E80-B993-2D77845A504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B2F5194-3EED-43BA-A697-100CA3729EF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sld>
</file>

<file path=ppt/slides/slide1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636B34C-E8DB-4F4C-A5FA-BD4698DDFDD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32256C41-9CDE-42AD-BC96-C87FAE4D04E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xmlns:a="http://schemas.openxmlformats.org/drawingml/2006/main">
              <a:ext uri="{FF2B5EF4-FFF2-40B4-BE49-F238E27FC236}">
                <a16:creationId xmlns:a16="http://schemas.microsoft.com/office/drawing/2014/main" id="{360B364B-569D-4AD5-A320-59C81436A40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E84F98F-291C-491A-BC82-EB3BF761D97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A509C67-8D3F-48A2-B55E-10F1D95B9B5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94</a:t>
            </a:r>
          </a:p>
        </p:txBody>
      </p:sp>
      <p:sp>
        <p:nvSpPr>
          <p:cNvPr id="6" name="left-title">
            <a:extLst xmlns:a="http://schemas.openxmlformats.org/drawingml/2006/main">
              <a:ext uri="{FF2B5EF4-FFF2-40B4-BE49-F238E27FC236}">
                <a16:creationId xmlns:a16="http://schemas.microsoft.com/office/drawing/2014/main" id="{D6167328-64FC-48EA-BC5B-A7CA792D8D5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xmlns:a="http://schemas.openxmlformats.org/drawingml/2006/main">
              <a:ext uri="{FF2B5EF4-FFF2-40B4-BE49-F238E27FC236}">
                <a16:creationId xmlns:a16="http://schemas.microsoft.com/office/drawing/2014/main" id="{17468C38-A29B-43E6-9A07-CAE85B0AEE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xmlns:a="http://schemas.openxmlformats.org/drawingml/2006/main">
              <a:ext uri="{FF2B5EF4-FFF2-40B4-BE49-F238E27FC236}">
                <a16:creationId xmlns:a16="http://schemas.microsoft.com/office/drawing/2014/main" id="{9F017514-324B-48A1-B67B-A85A11FF905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C3F90D7-FE71-43F0-AF92-0C0EF827927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xmlns:a="http://schemas.openxmlformats.org/drawingml/2006/main">
              <a:ext uri="{FF2B5EF4-FFF2-40B4-BE49-F238E27FC236}">
                <a16:creationId xmlns:a16="http://schemas.microsoft.com/office/drawing/2014/main" id="{FCAEF062-FCE9-4A66-BC8A-655B199F88F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xmlns:a="http://schemas.openxmlformats.org/drawingml/2006/main">
              <a:ext uri="{FF2B5EF4-FFF2-40B4-BE49-F238E27FC236}">
                <a16:creationId xmlns:a16="http://schemas.microsoft.com/office/drawing/2014/main" id="{9865FB78-C83F-40FF-89CC-86BF886F908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BAB9DD5-9EA9-4222-8580-8FB0C35A04E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sld>
</file>

<file path=ppt/slides/slide1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81A5F9C-1D59-4D0D-ACF9-8E0ABB4F5E2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2AFF2341-4823-4A9E-80AF-C356C9421F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xmlns:a="http://schemas.openxmlformats.org/drawingml/2006/main">
              <a:ext uri="{FF2B5EF4-FFF2-40B4-BE49-F238E27FC236}">
                <a16:creationId xmlns:a16="http://schemas.microsoft.com/office/drawing/2014/main" id="{27686F5A-7ACB-4C90-B313-CC69CEB5980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C9EE137-2F25-426A-A5C3-4A790E035D5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C3095F1-259E-4A8C-8772-5C608A429F9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94</a:t>
            </a:r>
          </a:p>
        </p:txBody>
      </p:sp>
      <p:sp>
        <p:nvSpPr>
          <p:cNvPr id="6" name="storage">
            <a:extLst xmlns:a="http://schemas.openxmlformats.org/drawingml/2006/main">
              <a:ext uri="{FF2B5EF4-FFF2-40B4-BE49-F238E27FC236}">
                <a16:creationId xmlns:a16="http://schemas.microsoft.com/office/drawing/2014/main" id="{8D3D3D40-7369-4A4E-9436-F25FFDAF68D6}"/>
              </a:ext>
            </a:extLst>
          </p:cNvPr>
          <p:cNvSpPr>
            <a:spLocks xmlns:a="http://schemas.openxmlformats.org/drawingml/2006/main" noGrp="1"/>
          </p:cNvSpPr>
          <p:nvPr/>
        </p:nvSpPr>
        <p:spPr>
          <a:xfrm xmlns:a="http://schemas.openxmlformats.org/drawingml/2006/main">
            <a:off x="7239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storage-text">
            <a:extLst xmlns:a="http://schemas.openxmlformats.org/drawingml/2006/main">
              <a:ext uri="{FF2B5EF4-FFF2-40B4-BE49-F238E27FC236}">
                <a16:creationId xmlns:a16="http://schemas.microsoft.com/office/drawing/2014/main" id="{7BAC920B-9FAA-4FEA-AEB9-1DB5895AEC76}"/>
              </a:ext>
            </a:extLst>
          </p:cNvPr>
          <p:cNvSpPr>
            <a:spLocks xmlns:a="http://schemas.openxmlformats.org/drawingml/2006/main" noGrp="1"/>
          </p:cNvSpPr>
          <p:nvPr/>
        </p:nvSpPr>
        <p:spPr>
          <a:xfrm xmlns:a="http://schemas.openxmlformats.org/drawingml/2006/main">
            <a:off x="8572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xmlns:a="http://schemas.openxmlformats.org/drawingml/2006/main">
              <a:ext uri="{FF2B5EF4-FFF2-40B4-BE49-F238E27FC236}">
                <a16:creationId xmlns:a16="http://schemas.microsoft.com/office/drawing/2014/main" id="{31166FB3-3D7B-4CB5-8612-81ABA160A957}"/>
              </a:ext>
            </a:extLst>
          </p:cNvPr>
          <p:cNvSpPr>
            <a:spLocks xmlns:a="http://schemas.openxmlformats.org/drawingml/2006/main" noGrp="1"/>
          </p:cNvSpPr>
          <p:nvPr/>
        </p:nvSpPr>
        <p:spPr>
          <a:xfrm xmlns:a="http://schemas.openxmlformats.org/drawingml/2006/main">
            <a:off x="4876800" y="2724150"/>
            <a:ext cx="2476500" cy="2000250"/>
          </a:xfrm>
          <a:prstGeom xmlns:a="http://schemas.openxmlformats.org/drawingml/2006/main" prst="roundRect">
            <a:avLst>
              <a:gd name="adj" fmla="val 3810"/>
            </a:avLst>
          </a:prstGeom>
          <a:solidFill xmlns:a="http://schemas.openxmlformats.org/drawingml/2006/main">
            <a:srgbClr val="EAF4F4"/>
          </a:solidFill>
          <a:ln xmlns:a="http://schemas.openxmlformats.org/drawingml/2006/main" w="9525">
            <a:solidFill>
              <a:srgbClr val="D9E2EC"/>
            </a:solidFill>
            <a:prstDash val="solid"/>
          </a:ln>
        </p:spPr>
      </p:sp>
      <p:sp>
        <p:nvSpPr>
          <p:cNvPr id="9" name="buffer-text">
            <a:extLst xmlns:a="http://schemas.openxmlformats.org/drawingml/2006/main">
              <a:ext uri="{FF2B5EF4-FFF2-40B4-BE49-F238E27FC236}">
                <a16:creationId xmlns:a16="http://schemas.microsoft.com/office/drawing/2014/main" id="{45F47389-5D78-4FCD-8314-2081CE705E2A}"/>
              </a:ext>
            </a:extLst>
          </p:cNvPr>
          <p:cNvSpPr>
            <a:spLocks xmlns:a="http://schemas.openxmlformats.org/drawingml/2006/main" noGrp="1"/>
          </p:cNvSpPr>
          <p:nvPr/>
        </p:nvSpPr>
        <p:spPr>
          <a:xfrm xmlns:a="http://schemas.openxmlformats.org/drawingml/2006/main">
            <a:off x="5010150" y="2838450"/>
            <a:ext cx="220980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xmlns:a="http://schemas.openxmlformats.org/drawingml/2006/main">
              <a:ext uri="{FF2B5EF4-FFF2-40B4-BE49-F238E27FC236}">
                <a16:creationId xmlns:a16="http://schemas.microsoft.com/office/drawing/2014/main" id="{6A87A621-9CEE-43F4-9540-15E8159947C2}"/>
              </a:ext>
            </a:extLst>
          </p:cNvPr>
          <p:cNvSpPr>
            <a:spLocks xmlns:a="http://schemas.openxmlformats.org/drawingml/2006/main" noGrp="1"/>
          </p:cNvSpPr>
          <p:nvPr/>
        </p:nvSpPr>
        <p:spPr>
          <a:xfrm xmlns:a="http://schemas.openxmlformats.org/drawingml/2006/main">
            <a:off x="92202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1" name="query-text">
            <a:extLst xmlns:a="http://schemas.openxmlformats.org/drawingml/2006/main">
              <a:ext uri="{FF2B5EF4-FFF2-40B4-BE49-F238E27FC236}">
                <a16:creationId xmlns:a16="http://schemas.microsoft.com/office/drawing/2014/main" id="{D31A4CB2-38ED-46B6-B1EE-E2CB57947442}"/>
              </a:ext>
            </a:extLst>
          </p:cNvPr>
          <p:cNvSpPr>
            <a:spLocks xmlns:a="http://schemas.openxmlformats.org/drawingml/2006/main" noGrp="1"/>
          </p:cNvSpPr>
          <p:nvPr/>
        </p:nvSpPr>
        <p:spPr>
          <a:xfrm xmlns:a="http://schemas.openxmlformats.org/drawingml/2006/main">
            <a:off x="93535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28" name=""/>
          <p:cNvCxnSpPr>
            <a:stCxn xmlns:a="http://schemas.openxmlformats.org/drawingml/2006/main" id="6" idx="3"/>
            <a:endCxn xmlns:a="http://schemas.openxmlformats.org/drawingml/2006/main" id="8" idx="1"/>
          </p:cNvCxnSpPr>
          <p:nvPr/>
        </p:nvCxnSpPr>
        <p:spPr>
          <a:xfrm xmlns:a="http://schemas.openxmlformats.org/drawingml/2006/main">
            <a:off x="2819400" y="3724275"/>
            <a:ext cx="2057400" cy="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9" name=""/>
          <p:cNvCxnSpPr>
            <a:stCxn xmlns:a="http://schemas.openxmlformats.org/drawingml/2006/main" id="8" idx="3"/>
            <a:endCxn xmlns:a="http://schemas.openxmlformats.org/drawingml/2006/main" id="10" idx="1"/>
          </p:cNvCxnSpPr>
          <p:nvPr/>
        </p:nvCxnSpPr>
        <p:spPr>
          <a:xfrm xmlns:a="http://schemas.openxmlformats.org/drawingml/2006/main">
            <a:off x="7353300" y="3724275"/>
            <a:ext cx="18669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physical-label">
            <a:extLst xmlns:a="http://schemas.openxmlformats.org/drawingml/2006/main">
              <a:ext uri="{FF2B5EF4-FFF2-40B4-BE49-F238E27FC236}">
                <a16:creationId xmlns:a16="http://schemas.microsoft.com/office/drawing/2014/main" id="{7FE335FF-7E5F-45D7-9E10-6793BB714519}"/>
              </a:ext>
            </a:extLst>
          </p:cNvPr>
          <p:cNvSpPr>
            <a:spLocks xmlns:a="http://schemas.openxmlformats.org/drawingml/2006/main" noGrp="1"/>
          </p:cNvSpPr>
          <p:nvPr/>
        </p:nvSpPr>
        <p:spPr>
          <a:xfrm xmlns:a="http://schemas.openxmlformats.org/drawingml/2006/main">
            <a:off x="2933700" y="2647950"/>
            <a:ext cx="1714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bei Cachemiss</a:t>
            </a:r>
          </a:p>
        </p:txBody>
      </p:sp>
      <p:sp>
        <p:nvSpPr>
          <p:cNvPr id="15" name="logical-label">
            <a:extLst xmlns:a="http://schemas.openxmlformats.org/drawingml/2006/main">
              <a:ext uri="{FF2B5EF4-FFF2-40B4-BE49-F238E27FC236}">
                <a16:creationId xmlns:a16="http://schemas.microsoft.com/office/drawing/2014/main" id="{E21B723F-E1DF-4480-BDF1-42EDFACD4712}"/>
              </a:ext>
            </a:extLst>
          </p:cNvPr>
          <p:cNvSpPr>
            <a:spLocks xmlns:a="http://schemas.openxmlformats.org/drawingml/2006/main" noGrp="1"/>
          </p:cNvSpPr>
          <p:nvPr/>
        </p:nvSpPr>
        <p:spPr>
          <a:xfrm xmlns:a="http://schemas.openxmlformats.org/drawingml/2006/main">
            <a:off x="7486650" y="264795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bei Page-Zugriff</a:t>
            </a:r>
          </a:p>
        </p:txBody>
      </p:sp>
      <p:sp>
        <p:nvSpPr>
          <p:cNvPr id="16" name="buffer-caption">
            <a:extLst xmlns:a="http://schemas.openxmlformats.org/drawingml/2006/main">
              <a:ext uri="{FF2B5EF4-FFF2-40B4-BE49-F238E27FC236}">
                <a16:creationId xmlns:a16="http://schemas.microsoft.com/office/drawing/2014/main" id="{B9B16092-81B6-4711-8203-8C74F286F496}"/>
              </a:ext>
            </a:extLst>
          </p:cNvPr>
          <p:cNvSpPr>
            <a:spLocks xmlns:a="http://schemas.openxmlformats.org/drawingml/2006/main" noGrp="1"/>
          </p:cNvSpPr>
          <p:nvPr/>
        </p:nvSpPr>
        <p:spPr>
          <a:xfrm xmlns:a="http://schemas.openxmlformats.org/drawingml/2006/main">
            <a:off x="1676400" y="5219700"/>
            <a:ext cx="8839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924"/>
          </a:bodyPr>
          <a:lstStyle xmlns:a="http://schemas.openxmlformats.org/drawingml/2006/main"/>
          <a:p xmlns:a="http://schemas.openxmlformats.org/drawingml/2006/main">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sld>
</file>

<file path=ppt/slides/slide1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5D7A7F1-6DA3-41F8-A7DD-0A2E5989A4E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B0BD848-889D-4ACD-B375-492782A1209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xmlns:a="http://schemas.openxmlformats.org/drawingml/2006/main">
              <a:ext uri="{FF2B5EF4-FFF2-40B4-BE49-F238E27FC236}">
                <a16:creationId xmlns:a16="http://schemas.microsoft.com/office/drawing/2014/main" id="{EB441F1B-C578-421A-B316-0DC0F6ECFC8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E3D26A5-C8CF-4D63-BE8B-E2B4F31919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6769F63-3EBD-468A-B179-631ED45C31F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94</a:t>
            </a:r>
          </a:p>
        </p:txBody>
      </p:sp>
      <p:sp>
        <p:nvSpPr>
          <p:cNvPr id="6" name="left-title">
            <a:extLst xmlns:a="http://schemas.openxmlformats.org/drawingml/2006/main">
              <a:ext uri="{FF2B5EF4-FFF2-40B4-BE49-F238E27FC236}">
                <a16:creationId xmlns:a16="http://schemas.microsoft.com/office/drawing/2014/main" id="{F7F34F8C-2A39-4F95-9E90-3F963324EC07}"/>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xmlns:a="http://schemas.openxmlformats.org/drawingml/2006/main">
              <a:ext uri="{FF2B5EF4-FFF2-40B4-BE49-F238E27FC236}">
                <a16:creationId xmlns:a16="http://schemas.microsoft.com/office/drawing/2014/main" id="{020222CE-4033-4A05-8A56-25FED116E4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xmlns:a="http://schemas.openxmlformats.org/drawingml/2006/main">
              <a:ext uri="{FF2B5EF4-FFF2-40B4-BE49-F238E27FC236}">
                <a16:creationId xmlns:a16="http://schemas.microsoft.com/office/drawing/2014/main" id="{E124A4C4-70E3-4681-9065-CEF31B155F9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B2F9B8D5-302C-4879-BEF6-693FC81727D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xmlns:a="http://schemas.openxmlformats.org/drawingml/2006/main">
              <a:ext uri="{FF2B5EF4-FFF2-40B4-BE49-F238E27FC236}">
                <a16:creationId xmlns:a16="http://schemas.microsoft.com/office/drawing/2014/main" id="{6ACFD08B-D4A3-4CCC-A80F-2C512177514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xmlns:a="http://schemas.openxmlformats.org/drawingml/2006/main">
              <a:ext uri="{FF2B5EF4-FFF2-40B4-BE49-F238E27FC236}">
                <a16:creationId xmlns:a16="http://schemas.microsoft.com/office/drawing/2014/main" id="{1CE39866-B0CD-471E-9DF5-E1325D2A317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A09EAD3-9514-4E85-B6B1-8A27BCADC4E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sld>
</file>

<file path=ppt/slides/slide1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F9EF2F-7C34-46D3-A175-115FD899B8F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EA4D09D2-9DF3-4159-87A7-47296A7E7F0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xmlns:a="http://schemas.openxmlformats.org/drawingml/2006/main">
              <a:ext uri="{FF2B5EF4-FFF2-40B4-BE49-F238E27FC236}">
                <a16:creationId xmlns:a16="http://schemas.microsoft.com/office/drawing/2014/main" id="{A2B29517-D2F8-42D3-A1D4-F6C83941F6D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1FD1AF6-CC62-43FA-8699-1251313C7D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1740EA7-FBD3-4940-9B60-433E1A07FF7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94</a:t>
            </a:r>
          </a:p>
        </p:txBody>
      </p:sp>
      <p:sp>
        <p:nvSpPr>
          <p:cNvPr id="6" name="flow-1">
            <a:extLst xmlns:a="http://schemas.openxmlformats.org/drawingml/2006/main">
              <a:ext uri="{FF2B5EF4-FFF2-40B4-BE49-F238E27FC236}">
                <a16:creationId xmlns:a16="http://schemas.microsoft.com/office/drawing/2014/main" id="{96E676F5-F153-43D9-A7C7-5E2C454B1E52}"/>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64BEA717-9DAC-47C6-9B23-BD94657FCEBA}"/>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xmlns:a="http://schemas.openxmlformats.org/drawingml/2006/main">
              <a:ext uri="{FF2B5EF4-FFF2-40B4-BE49-F238E27FC236}">
                <a16:creationId xmlns:a16="http://schemas.microsoft.com/office/drawing/2014/main" id="{58B57872-8294-435B-A3E4-9F498A65C673}"/>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F960F42E-5B38-46DF-8BC5-E28B3BDF5B65}"/>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füllt sich</a:t>
            </a:r>
          </a:p>
        </p:txBody>
      </p:sp>
      <p:sp>
        <p:nvSpPr>
          <p:cNvPr id="10" name="flow-3">
            <a:extLst xmlns:a="http://schemas.openxmlformats.org/drawingml/2006/main">
              <a:ext uri="{FF2B5EF4-FFF2-40B4-BE49-F238E27FC236}">
                <a16:creationId xmlns:a16="http://schemas.microsoft.com/office/drawing/2014/main" id="{B9F6A020-06E9-43F0-8B48-D3DD440E93C0}"/>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C13EA7CB-FCFF-4E66-9147-6320662CC93B}"/>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xmlns:a="http://schemas.openxmlformats.org/drawingml/2006/main">
              <a:ext uri="{FF2B5EF4-FFF2-40B4-BE49-F238E27FC236}">
                <a16:creationId xmlns:a16="http://schemas.microsoft.com/office/drawing/2014/main" id="{90A69A97-231D-4E99-BF5C-5D29B8B25BD6}"/>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7637D768-295B-4D54-8B29-613811C5C9E1}"/>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xmlns:a="http://schemas.openxmlformats.org/drawingml/2006/main">
              <a:ext uri="{FF2B5EF4-FFF2-40B4-BE49-F238E27FC236}">
                <a16:creationId xmlns:a16="http://schemas.microsoft.com/office/drawing/2014/main" id="{912AAB0A-48B9-4C33-9FFB-C19513E79C1D}"/>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34124599-191C-4F57-A3C6-4FDD7DE82CAD}"/>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Checkpoint schreibt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Dirty Pages</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9B860B85-4B96-45C7-80CE-5001CA89515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0B2E8CC5-C544-4321-A02A-BA8BE5FC78BE}"/>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Checkpoint schreibt Data Pages; er ersetzt keinen Log Flush des Commits.</a:t>
            </a:r>
          </a:p>
        </p:txBody>
      </p:sp>
    </p:spTree>
    <p:extLst>
      <p:ext uri="{BB962C8B-B14F-4D97-AF65-F5344CB8AC3E}">
        <p14:creationId xmlns:p14="http://schemas.microsoft.com/office/powerpoint/2010/main" val="1149130949"/>
      </p:ext>
    </p:extLst>
  </p:cSld>
</p:sld>
</file>

<file path=ppt/slides/slide1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0F282FB-4345-46B3-8BF2-B35189954A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DB841B6-2269-4F7A-B429-7F5A37E16F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xmlns:a="http://schemas.openxmlformats.org/drawingml/2006/main">
              <a:ext uri="{FF2B5EF4-FFF2-40B4-BE49-F238E27FC236}">
                <a16:creationId xmlns:a16="http://schemas.microsoft.com/office/drawing/2014/main" id="{D23F911C-F002-4AC4-945F-780DD867447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7343CA-A8B4-4A7E-A7C7-D6D22759951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5C9E046-D02F-4DE8-943E-DDC96BD7EB8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94</a:t>
            </a:r>
          </a:p>
        </p:txBody>
      </p:sp>
      <p:sp>
        <p:nvSpPr>
          <p:cNvPr id="6" name="lead">
            <a:extLst xmlns:a="http://schemas.openxmlformats.org/drawingml/2006/main">
              <a:ext uri="{FF2B5EF4-FFF2-40B4-BE49-F238E27FC236}">
                <a16:creationId xmlns:a16="http://schemas.microsoft.com/office/drawing/2014/main" id="{DB698761-71F7-4693-ADC6-623B11C1C9E0}"/>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xmlns:a="http://schemas.openxmlformats.org/drawingml/2006/main">
              <a:ext uri="{FF2B5EF4-FFF2-40B4-BE49-F238E27FC236}">
                <a16:creationId xmlns:a16="http://schemas.microsoft.com/office/drawing/2014/main" id="{B1D07F72-E486-475B-84BE-6368CDF03E8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FC728C3-4C58-40A3-AD59-93F3C36DDD1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Instant File Initialization beschleunigt Data-File-Wachstum, nicht Log-Wachstum</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sld>
</file>

<file path=ppt/slides/slide1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30C3114-304B-4D1B-A72E-415A8D9CBE9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xmlns:a="http://schemas.openxmlformats.org/drawingml/2006/main">
              <a:ext uri="{FF2B5EF4-FFF2-40B4-BE49-F238E27FC236}">
                <a16:creationId xmlns:a16="http://schemas.microsoft.com/office/drawing/2014/main" id="{A8C832E7-AF90-4751-BD6A-138294B5DD9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968"/>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xmlns:a="http://schemas.openxmlformats.org/drawingml/2006/main">
              <a:ext uri="{FF2B5EF4-FFF2-40B4-BE49-F238E27FC236}">
                <a16:creationId xmlns:a16="http://schemas.microsoft.com/office/drawing/2014/main" id="{1AB94CF6-0EDF-496B-A18F-20B82820AB38}"/>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E678454-E8E4-437F-B58B-36FA643E102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36587A1-E6C9-4AE0-B92C-6F0BD102737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xmlns:a="http://schemas.openxmlformats.org/drawingml/2006/main">
              <a:ext uri="{FF2B5EF4-FFF2-40B4-BE49-F238E27FC236}">
                <a16:creationId xmlns:a16="http://schemas.microsoft.com/office/drawing/2014/main" id="{3ECFC933-B231-414C-BF30-E6A3701FC25D}"/>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C52599F2-1C2E-420A-85F5-E1C7B6E2BA24}"/>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xmlns:a="http://schemas.openxmlformats.org/drawingml/2006/main">
              <a:ext uri="{FF2B5EF4-FFF2-40B4-BE49-F238E27FC236}">
                <a16:creationId xmlns:a16="http://schemas.microsoft.com/office/drawing/2014/main" id="{CB592791-8929-46D1-9C80-BA5D16CA209F}"/>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736C7A5C-31D5-4FC2-9537-FB06C23E2F45}"/>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xmlns:a="http://schemas.openxmlformats.org/drawingml/2006/main">
              <a:ext uri="{FF2B5EF4-FFF2-40B4-BE49-F238E27FC236}">
                <a16:creationId xmlns:a16="http://schemas.microsoft.com/office/drawing/2014/main" id="{46DDC352-7A97-46FA-A856-0E36F45FE086}"/>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756E9EE6-EF21-4EA0-BD73-317DAF1C86A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xmlns:a="http://schemas.openxmlformats.org/drawingml/2006/main">
              <a:ext uri="{FF2B5EF4-FFF2-40B4-BE49-F238E27FC236}">
                <a16:creationId xmlns:a16="http://schemas.microsoft.com/office/drawing/2014/main" id="{6386A445-9209-4F37-9D59-5B570BBCF9A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94</a:t>
            </a:r>
          </a:p>
        </p:txBody>
      </p:sp>
    </p:spTree>
    <p:extLst>
      <p:ext uri="{BB962C8B-B14F-4D97-AF65-F5344CB8AC3E}">
        <p14:creationId xmlns:p14="http://schemas.microsoft.com/office/powerpoint/2010/main" val="1708587450"/>
      </p:ext>
    </p:extLst>
  </p:cSld>
</p:sld>
</file>

<file path=ppt/slides/slide19.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8C841A3-5C9F-4FE9-B647-7B3CD5A10200}"/>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xmlns:a="http://schemas.openxmlformats.org/drawingml/2006/main">
              <a:ext uri="{FF2B5EF4-FFF2-40B4-BE49-F238E27FC236}">
                <a16:creationId xmlns:a16="http://schemas.microsoft.com/office/drawing/2014/main" id="{12765462-9231-4950-8D23-4FC65E250F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BA32941-D3DC-428B-A719-ACA37B9089D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xmlns:a="http://schemas.openxmlformats.org/drawingml/2006/main">
              <a:ext uri="{FF2B5EF4-FFF2-40B4-BE49-F238E27FC236}">
                <a16:creationId xmlns:a16="http://schemas.microsoft.com/office/drawing/2014/main" id="{E52933A3-1D74-4AB0-9964-B50F058F7F39}"/>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xmlns:a="http://schemas.openxmlformats.org/drawingml/2006/main">
              <a:ext uri="{FF2B5EF4-FFF2-40B4-BE49-F238E27FC236}">
                <a16:creationId xmlns:a16="http://schemas.microsoft.com/office/drawing/2014/main" id="{A5E47BF0-A2C1-4036-9AD5-F8B826F47A1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sld>
</file>

<file path=ppt/slides/slide2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90005A9-CB41-4964-AD14-7A3FA1F8D0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AA3F878-0109-4E12-A7A3-0FAD8ED3ED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xmlns:a="http://schemas.openxmlformats.org/drawingml/2006/main">
              <a:ext uri="{FF2B5EF4-FFF2-40B4-BE49-F238E27FC236}">
                <a16:creationId xmlns:a16="http://schemas.microsoft.com/office/drawing/2014/main" id="{2A78D55D-2025-4ACD-ADC7-BEFA3596D91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FB4B43-E621-4397-A82F-DDD28129985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7E15A68-D696-4D27-846B-8A9EEF269D6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94</a:t>
            </a:r>
          </a:p>
        </p:txBody>
      </p:sp>
      <p:sp>
        <p:nvSpPr>
          <p:cNvPr id="6" name="flow-1">
            <a:extLst xmlns:a="http://schemas.openxmlformats.org/drawingml/2006/main">
              <a:ext uri="{FF2B5EF4-FFF2-40B4-BE49-F238E27FC236}">
                <a16:creationId xmlns:a16="http://schemas.microsoft.com/office/drawing/2014/main" id="{0C409208-CA35-4278-9E16-2EA7B53AEE36}"/>
              </a:ext>
            </a:extLst>
          </p:cNvPr>
          <p:cNvSpPr>
            <a:spLocks xmlns:a="http://schemas.openxmlformats.org/drawingml/2006/main" noGrp="1"/>
          </p:cNvSpPr>
          <p:nvPr/>
        </p:nvSpPr>
        <p:spPr>
          <a:xfrm xmlns:a="http://schemas.openxmlformats.org/drawingml/2006/main">
            <a:off x="609600" y="2609850"/>
            <a:ext cx="2505075"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EB86B69D-E94D-459E-A576-528EE30E53B7}"/>
              </a:ext>
            </a:extLst>
          </p:cNvPr>
          <p:cNvSpPr>
            <a:spLocks xmlns:a="http://schemas.openxmlformats.org/drawingml/2006/main" noGrp="1"/>
          </p:cNvSpPr>
          <p:nvPr/>
        </p:nvSpPr>
        <p:spPr>
          <a:xfrm xmlns:a="http://schemas.openxmlformats.org/drawingml/2006/main">
            <a:off x="74295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xmlns:a="http://schemas.openxmlformats.org/drawingml/2006/main">
              <a:ext uri="{FF2B5EF4-FFF2-40B4-BE49-F238E27FC236}">
                <a16:creationId xmlns:a16="http://schemas.microsoft.com/office/drawing/2014/main" id="{84BB61AF-AF18-4E05-9909-95885E781554}"/>
              </a:ext>
            </a:extLst>
          </p:cNvPr>
          <p:cNvSpPr>
            <a:spLocks xmlns:a="http://schemas.openxmlformats.org/drawingml/2006/main" noGrp="1"/>
          </p:cNvSpPr>
          <p:nvPr/>
        </p:nvSpPr>
        <p:spPr>
          <a:xfrm xmlns:a="http://schemas.openxmlformats.org/drawingml/2006/main">
            <a:off x="332422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36E4EB0F-CD1A-43A1-9B5F-4F7D6F2C2218}"/>
              </a:ext>
            </a:extLst>
          </p:cNvPr>
          <p:cNvSpPr>
            <a:spLocks xmlns:a="http://schemas.openxmlformats.org/drawingml/2006/main" noGrp="1"/>
          </p:cNvSpPr>
          <p:nvPr/>
        </p:nvSpPr>
        <p:spPr>
          <a:xfrm xmlns:a="http://schemas.openxmlformats.org/drawingml/2006/main">
            <a:off x="345757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xmlns:a="http://schemas.openxmlformats.org/drawingml/2006/main">
              <a:ext uri="{FF2B5EF4-FFF2-40B4-BE49-F238E27FC236}">
                <a16:creationId xmlns:a16="http://schemas.microsoft.com/office/drawing/2014/main" id="{BAA9AF21-FFEE-48E0-BF2C-751A1A287ED9}"/>
              </a:ext>
            </a:extLst>
          </p:cNvPr>
          <p:cNvSpPr>
            <a:spLocks xmlns:a="http://schemas.openxmlformats.org/drawingml/2006/main" noGrp="1"/>
          </p:cNvSpPr>
          <p:nvPr/>
        </p:nvSpPr>
        <p:spPr>
          <a:xfrm xmlns:a="http://schemas.openxmlformats.org/drawingml/2006/main">
            <a:off x="6038850"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26B34F9B-6169-437C-AC13-888C36D644EF}"/>
              </a:ext>
            </a:extLst>
          </p:cNvPr>
          <p:cNvSpPr>
            <a:spLocks xmlns:a="http://schemas.openxmlformats.org/drawingml/2006/main" noGrp="1"/>
          </p:cNvSpPr>
          <p:nvPr/>
        </p:nvSpPr>
        <p:spPr>
          <a:xfrm xmlns:a="http://schemas.openxmlformats.org/drawingml/2006/main">
            <a:off x="617220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xmlns:a="http://schemas.openxmlformats.org/drawingml/2006/main">
              <a:ext uri="{FF2B5EF4-FFF2-40B4-BE49-F238E27FC236}">
                <a16:creationId xmlns:a16="http://schemas.microsoft.com/office/drawing/2014/main" id="{F8638203-51B2-480A-B165-B2018AA74458}"/>
              </a:ext>
            </a:extLst>
          </p:cNvPr>
          <p:cNvSpPr>
            <a:spLocks xmlns:a="http://schemas.openxmlformats.org/drawingml/2006/main" noGrp="1"/>
          </p:cNvSpPr>
          <p:nvPr/>
        </p:nvSpPr>
        <p:spPr>
          <a:xfrm xmlns:a="http://schemas.openxmlformats.org/drawingml/2006/main">
            <a:off x="875347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4704A370-89AA-476A-A772-BF877B8BEBCA}"/>
              </a:ext>
            </a:extLst>
          </p:cNvPr>
          <p:cNvSpPr>
            <a:spLocks xmlns:a="http://schemas.openxmlformats.org/drawingml/2006/main" noGrp="1"/>
          </p:cNvSpPr>
          <p:nvPr/>
        </p:nvSpPr>
        <p:spPr>
          <a:xfrm xmlns:a="http://schemas.openxmlformats.org/drawingml/2006/main">
            <a:off x="888682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32" name=""/>
          <p:cNvCxnSpPr>
            <a:stCxn xmlns:a="http://schemas.openxmlformats.org/drawingml/2006/main" id="6" idx="3"/>
            <a:endCxn xmlns:a="http://schemas.openxmlformats.org/drawingml/2006/main" id="8" idx="1"/>
          </p:cNvCxnSpPr>
          <p:nvPr/>
        </p:nvCxnSpPr>
        <p:spPr>
          <a:xfrm xmlns:a="http://schemas.openxmlformats.org/drawingml/2006/main">
            <a:off x="311467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0" idx="1"/>
          </p:cNvCxnSpPr>
          <p:nvPr/>
        </p:nvCxnSpPr>
        <p:spPr>
          <a:xfrm xmlns:a="http://schemas.openxmlformats.org/drawingml/2006/main">
            <a:off x="582930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854392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onclusion-bg">
            <a:extLst xmlns:a="http://schemas.openxmlformats.org/drawingml/2006/main">
              <a:ext uri="{FF2B5EF4-FFF2-40B4-BE49-F238E27FC236}">
                <a16:creationId xmlns:a16="http://schemas.microsoft.com/office/drawing/2014/main" id="{906145E5-F342-40D3-A305-16E658E0BFD3}"/>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18" name="conclusion">
            <a:extLst xmlns:a="http://schemas.openxmlformats.org/drawingml/2006/main">
              <a:ext uri="{FF2B5EF4-FFF2-40B4-BE49-F238E27FC236}">
                <a16:creationId xmlns:a16="http://schemas.microsoft.com/office/drawing/2014/main" id="{CB890CDC-5F2D-42E8-82DD-A51AC48F1D52}"/>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sld>
</file>

<file path=ppt/slides/slide2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947D279-BCB2-4516-9FBE-496613D9E23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EF6BE94-E1EF-442A-B01E-1E2C32F4EF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xmlns:a="http://schemas.openxmlformats.org/drawingml/2006/main">
              <a:ext uri="{FF2B5EF4-FFF2-40B4-BE49-F238E27FC236}">
                <a16:creationId xmlns:a16="http://schemas.microsoft.com/office/drawing/2014/main" id="{59C76B92-3385-4C77-9397-B1980735B3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D27CBFA-04D1-438F-815E-19AB5D9782E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C982AFA-F68A-403A-9454-288AA19DEED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94</a:t>
            </a:r>
          </a:p>
        </p:txBody>
      </p:sp>
      <p:sp>
        <p:nvSpPr>
          <p:cNvPr id="6" name="lead">
            <a:extLst xmlns:a="http://schemas.openxmlformats.org/drawingml/2006/main">
              <a:ext uri="{FF2B5EF4-FFF2-40B4-BE49-F238E27FC236}">
                <a16:creationId xmlns:a16="http://schemas.microsoft.com/office/drawing/2014/main" id="{41FD7ED2-BCE1-49C8-A468-828C0871B598}"/>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xmlns:a="http://schemas.openxmlformats.org/drawingml/2006/main">
              <a:ext uri="{FF2B5EF4-FFF2-40B4-BE49-F238E27FC236}">
                <a16:creationId xmlns:a16="http://schemas.microsoft.com/office/drawing/2014/main" id="{444F96E5-8297-4545-AF35-EEA45AA5D7E7}"/>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9CB950-C41F-48A7-B70C-CE67FE2A748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sld>
</file>

<file path=ppt/slides/slide2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603BBC4-2E55-4FD1-B2A8-54AF6D0A987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0CD5EECB-D44D-405D-A87B-21FDDC3EFCE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xmlns:a="http://schemas.openxmlformats.org/drawingml/2006/main">
              <a:ext uri="{FF2B5EF4-FFF2-40B4-BE49-F238E27FC236}">
                <a16:creationId xmlns:a16="http://schemas.microsoft.com/office/drawing/2014/main" id="{3D356BD4-9445-4F60-9566-6DF4681267C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9C6946-143E-4DBB-960A-10EA905E360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3C7B820-796A-4C45-9E28-0FF5F521001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94</a:t>
            </a:r>
          </a:p>
        </p:txBody>
      </p:sp>
      <p:sp>
        <p:nvSpPr>
          <p:cNvPr id="6" name="data-dist">
            <a:extLst xmlns:a="http://schemas.openxmlformats.org/drawingml/2006/main">
              <a:ext uri="{FF2B5EF4-FFF2-40B4-BE49-F238E27FC236}">
                <a16:creationId xmlns:a16="http://schemas.microsoft.com/office/drawing/2014/main" id="{AAF4087B-C6BE-4BF0-AF13-F1FEE8E23034}"/>
              </a:ext>
            </a:extLst>
          </p:cNvPr>
          <p:cNvSpPr>
            <a:spLocks xmlns:a="http://schemas.openxmlformats.org/drawingml/2006/main" noGrp="1"/>
          </p:cNvSpPr>
          <p:nvPr/>
        </p:nvSpPr>
        <p:spPr>
          <a:xfrm xmlns:a="http://schemas.openxmlformats.org/drawingml/2006/main">
            <a:off x="723900" y="3000375"/>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data-dist-text">
            <a:extLst xmlns:a="http://schemas.openxmlformats.org/drawingml/2006/main">
              <a:ext uri="{FF2B5EF4-FFF2-40B4-BE49-F238E27FC236}">
                <a16:creationId xmlns:a16="http://schemas.microsoft.com/office/drawing/2014/main" id="{DFEA92E1-6386-463E-99DB-E90437B8827D}"/>
              </a:ext>
            </a:extLst>
          </p:cNvPr>
          <p:cNvSpPr>
            <a:spLocks xmlns:a="http://schemas.openxmlformats.org/drawingml/2006/main" noGrp="1"/>
          </p:cNvSpPr>
          <p:nvPr/>
        </p:nvSpPr>
        <p:spPr>
          <a:xfrm xmlns:a="http://schemas.openxmlformats.org/drawingml/2006/main">
            <a:off x="857250" y="3114675"/>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xmlns:a="http://schemas.openxmlformats.org/drawingml/2006/main">
              <a:ext uri="{FF2B5EF4-FFF2-40B4-BE49-F238E27FC236}">
                <a16:creationId xmlns:a16="http://schemas.microsoft.com/office/drawing/2014/main" id="{357C2971-8FB5-4259-B6EC-814FB5EB124E}"/>
              </a:ext>
            </a:extLst>
          </p:cNvPr>
          <p:cNvSpPr>
            <a:spLocks xmlns:a="http://schemas.openxmlformats.org/drawingml/2006/main" noGrp="1"/>
          </p:cNvSpPr>
          <p:nvPr/>
        </p:nvSpPr>
        <p:spPr>
          <a:xfrm xmlns:a="http://schemas.openxmlformats.org/drawingml/2006/main">
            <a:off x="3638550" y="2743200"/>
            <a:ext cx="2286000" cy="1752600"/>
          </a:xfrm>
          <a:prstGeom xmlns:a="http://schemas.openxmlformats.org/drawingml/2006/main" prst="roundRect">
            <a:avLst>
              <a:gd name="adj" fmla="val 4348"/>
            </a:avLst>
          </a:prstGeom>
          <a:solidFill xmlns:a="http://schemas.openxmlformats.org/drawingml/2006/main">
            <a:srgbClr val="EAF4F4"/>
          </a:solidFill>
          <a:ln xmlns:a="http://schemas.openxmlformats.org/drawingml/2006/main" w="9525">
            <a:solidFill>
              <a:srgbClr val="D9E2EC"/>
            </a:solidFill>
            <a:prstDash val="solid"/>
          </a:ln>
        </p:spPr>
      </p:sp>
      <p:sp>
        <p:nvSpPr>
          <p:cNvPr id="9" name="statistics-text">
            <a:extLst xmlns:a="http://schemas.openxmlformats.org/drawingml/2006/main">
              <a:ext uri="{FF2B5EF4-FFF2-40B4-BE49-F238E27FC236}">
                <a16:creationId xmlns:a16="http://schemas.microsoft.com/office/drawing/2014/main" id="{D49F1485-01A2-4796-B1A3-C34CA9407362}"/>
              </a:ext>
            </a:extLst>
          </p:cNvPr>
          <p:cNvSpPr>
            <a:spLocks xmlns:a="http://schemas.openxmlformats.org/drawingml/2006/main" noGrp="1"/>
          </p:cNvSpPr>
          <p:nvPr/>
        </p:nvSpPr>
        <p:spPr>
          <a:xfrm xmlns:a="http://schemas.openxmlformats.org/drawingml/2006/main">
            <a:off x="3771900" y="2857500"/>
            <a:ext cx="20193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xmlns:a="http://schemas.openxmlformats.org/drawingml/2006/main">
              <a:ext uri="{FF2B5EF4-FFF2-40B4-BE49-F238E27FC236}">
                <a16:creationId xmlns:a16="http://schemas.microsoft.com/office/drawing/2014/main" id="{806D1034-B21D-4BC7-888E-A92987A5251D}"/>
              </a:ext>
            </a:extLst>
          </p:cNvPr>
          <p:cNvSpPr>
            <a:spLocks xmlns:a="http://schemas.openxmlformats.org/drawingml/2006/main" noGrp="1"/>
          </p:cNvSpPr>
          <p:nvPr/>
        </p:nvSpPr>
        <p:spPr>
          <a:xfrm xmlns:a="http://schemas.openxmlformats.org/drawingml/2006/main">
            <a:off x="6762750" y="3000375"/>
            <a:ext cx="190500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estimate-text">
            <a:extLst xmlns:a="http://schemas.openxmlformats.org/drawingml/2006/main">
              <a:ext uri="{FF2B5EF4-FFF2-40B4-BE49-F238E27FC236}">
                <a16:creationId xmlns:a16="http://schemas.microsoft.com/office/drawing/2014/main" id="{86EA7E81-5BB3-4FE2-BB0D-0A11724AFBE8}"/>
              </a:ext>
            </a:extLst>
          </p:cNvPr>
          <p:cNvSpPr>
            <a:spLocks xmlns:a="http://schemas.openxmlformats.org/drawingml/2006/main" noGrp="1"/>
          </p:cNvSpPr>
          <p:nvPr/>
        </p:nvSpPr>
        <p:spPr>
          <a:xfrm xmlns:a="http://schemas.openxmlformats.org/drawingml/2006/main">
            <a:off x="6896100" y="3114675"/>
            <a:ext cx="16383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xmlns:a="http://schemas.openxmlformats.org/drawingml/2006/main">
              <a:ext uri="{FF2B5EF4-FFF2-40B4-BE49-F238E27FC236}">
                <a16:creationId xmlns:a16="http://schemas.microsoft.com/office/drawing/2014/main" id="{24CC5641-F667-45AF-908A-BECA73A7DB67}"/>
              </a:ext>
            </a:extLst>
          </p:cNvPr>
          <p:cNvSpPr>
            <a:spLocks xmlns:a="http://schemas.openxmlformats.org/drawingml/2006/main" noGrp="1"/>
          </p:cNvSpPr>
          <p:nvPr/>
        </p:nvSpPr>
        <p:spPr>
          <a:xfrm xmlns:a="http://schemas.openxmlformats.org/drawingml/2006/main">
            <a:off x="9486900" y="3000375"/>
            <a:ext cx="2000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plan-choice-text">
            <a:extLst xmlns:a="http://schemas.openxmlformats.org/drawingml/2006/main">
              <a:ext uri="{FF2B5EF4-FFF2-40B4-BE49-F238E27FC236}">
                <a16:creationId xmlns:a16="http://schemas.microsoft.com/office/drawing/2014/main" id="{FC32C745-7A5F-4A0D-870E-AE84950FE443}"/>
              </a:ext>
            </a:extLst>
          </p:cNvPr>
          <p:cNvSpPr>
            <a:spLocks xmlns:a="http://schemas.openxmlformats.org/drawingml/2006/main" noGrp="1"/>
          </p:cNvSpPr>
          <p:nvPr/>
        </p:nvSpPr>
        <p:spPr>
          <a:xfrm xmlns:a="http://schemas.openxmlformats.org/drawingml/2006/main">
            <a:off x="9620250" y="3114675"/>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81940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924550" y="3619500"/>
            <a:ext cx="838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66775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ardinality-caption">
            <a:extLst xmlns:a="http://schemas.openxmlformats.org/drawingml/2006/main">
              <a:ext uri="{FF2B5EF4-FFF2-40B4-BE49-F238E27FC236}">
                <a16:creationId xmlns:a16="http://schemas.microsoft.com/office/drawing/2014/main" id="{86903D88-181D-4998-9041-D363C048AC5A}"/>
              </a:ext>
            </a:extLst>
          </p:cNvPr>
          <p:cNvSpPr>
            <a:spLocks xmlns:a="http://schemas.openxmlformats.org/drawingml/2006/main" noGrp="1"/>
          </p:cNvSpPr>
          <p:nvPr/>
        </p:nvSpPr>
        <p:spPr>
          <a:xfrm xmlns:a="http://schemas.openxmlformats.org/drawingml/2006/main">
            <a:off x="2209800" y="5048250"/>
            <a:ext cx="777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56"/>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sld>
</file>

<file path=ppt/slides/slide2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6E95186-3376-4D77-91CC-90EDF26EB44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9753535-2DD8-4136-814D-EEA9396F693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xmlns:a="http://schemas.openxmlformats.org/drawingml/2006/main">
              <a:ext uri="{FF2B5EF4-FFF2-40B4-BE49-F238E27FC236}">
                <a16:creationId xmlns:a16="http://schemas.microsoft.com/office/drawing/2014/main" id="{64070C62-6201-443C-A9D6-995B8E05EF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6638BE1-1F71-4B6F-A945-2B09CC49FA7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9BBE4D2-A56A-4991-9A4A-FFAC0C517D0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94</a:t>
            </a:r>
          </a:p>
        </p:txBody>
      </p:sp>
      <p:sp>
        <p:nvSpPr>
          <p:cNvPr id="6" name="hist-axis-x">
            <a:extLst xmlns:a="http://schemas.openxmlformats.org/drawingml/2006/main">
              <a:ext uri="{FF2B5EF4-FFF2-40B4-BE49-F238E27FC236}">
                <a16:creationId xmlns:a16="http://schemas.microsoft.com/office/drawing/2014/main" id="{2388F43D-406D-4E39-98C7-3D6F9E6F48CD}"/>
              </a:ext>
            </a:extLst>
          </p:cNvPr>
          <p:cNvSpPr>
            <a:spLocks xmlns:a="http://schemas.openxmlformats.org/drawingml/2006/main" noGrp="1"/>
          </p:cNvSpPr>
          <p:nvPr/>
        </p:nvSpPr>
        <p:spPr>
          <a:xfrm xmlns:a="http://schemas.openxmlformats.org/drawingml/2006/main">
            <a:off x="1143000" y="4953000"/>
            <a:ext cx="80010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hist-axis-y">
            <a:extLst xmlns:a="http://schemas.openxmlformats.org/drawingml/2006/main">
              <a:ext uri="{FF2B5EF4-FFF2-40B4-BE49-F238E27FC236}">
                <a16:creationId xmlns:a16="http://schemas.microsoft.com/office/drawing/2014/main" id="{5D5C8341-DFBB-4180-93B6-1FC68B8AB438}"/>
              </a:ext>
            </a:extLst>
          </p:cNvPr>
          <p:cNvSpPr>
            <a:spLocks xmlns:a="http://schemas.openxmlformats.org/drawingml/2006/main" noGrp="1"/>
          </p:cNvSpPr>
          <p:nvPr/>
        </p:nvSpPr>
        <p:spPr>
          <a:xfrm xmlns:a="http://schemas.openxmlformats.org/drawingml/2006/main">
            <a:off x="1143000" y="2476500"/>
            <a:ext cx="28575" cy="25050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hist-bar-0">
            <a:extLst xmlns:a="http://schemas.openxmlformats.org/drawingml/2006/main">
              <a:ext uri="{FF2B5EF4-FFF2-40B4-BE49-F238E27FC236}">
                <a16:creationId xmlns:a16="http://schemas.microsoft.com/office/drawing/2014/main" id="{CD4F3146-8A4D-495F-97E7-483F2B5B2840}"/>
              </a:ext>
            </a:extLst>
          </p:cNvPr>
          <p:cNvSpPr>
            <a:spLocks xmlns:a="http://schemas.openxmlformats.org/drawingml/2006/main" noGrp="1"/>
          </p:cNvSpPr>
          <p:nvPr/>
        </p:nvSpPr>
        <p:spPr>
          <a:xfrm xmlns:a="http://schemas.openxmlformats.org/drawingml/2006/main">
            <a:off x="1381125" y="4533900"/>
            <a:ext cx="361950" cy="4000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9" name="hist-bar-1">
            <a:extLst xmlns:a="http://schemas.openxmlformats.org/drawingml/2006/main">
              <a:ext uri="{FF2B5EF4-FFF2-40B4-BE49-F238E27FC236}">
                <a16:creationId xmlns:a16="http://schemas.microsoft.com/office/drawing/2014/main" id="{9D194A8D-C35B-43CA-8D81-F5EFD2A0BC15}"/>
              </a:ext>
            </a:extLst>
          </p:cNvPr>
          <p:cNvSpPr>
            <a:spLocks xmlns:a="http://schemas.openxmlformats.org/drawingml/2006/main" noGrp="1"/>
          </p:cNvSpPr>
          <p:nvPr/>
        </p:nvSpPr>
        <p:spPr>
          <a:xfrm xmlns:a="http://schemas.openxmlformats.org/drawingml/2006/main">
            <a:off x="1990725" y="4114800"/>
            <a:ext cx="361950" cy="819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0" name="hist-bar-2">
            <a:extLst xmlns:a="http://schemas.openxmlformats.org/drawingml/2006/main">
              <a:ext uri="{FF2B5EF4-FFF2-40B4-BE49-F238E27FC236}">
                <a16:creationId xmlns:a16="http://schemas.microsoft.com/office/drawing/2014/main" id="{580F1405-12FB-4096-AC80-E904E3F184E1}"/>
              </a:ext>
            </a:extLst>
          </p:cNvPr>
          <p:cNvSpPr>
            <a:spLocks xmlns:a="http://schemas.openxmlformats.org/drawingml/2006/main" noGrp="1"/>
          </p:cNvSpPr>
          <p:nvPr/>
        </p:nvSpPr>
        <p:spPr>
          <a:xfrm xmlns:a="http://schemas.openxmlformats.org/drawingml/2006/main">
            <a:off x="2600325" y="4419600"/>
            <a:ext cx="361950" cy="5143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1" name="hist-bar-3">
            <a:extLst xmlns:a="http://schemas.openxmlformats.org/drawingml/2006/main">
              <a:ext uri="{FF2B5EF4-FFF2-40B4-BE49-F238E27FC236}">
                <a16:creationId xmlns:a16="http://schemas.microsoft.com/office/drawing/2014/main" id="{DA9C27A4-DFE9-4455-A781-5DD67A427706}"/>
              </a:ext>
            </a:extLst>
          </p:cNvPr>
          <p:cNvSpPr>
            <a:spLocks xmlns:a="http://schemas.openxmlformats.org/drawingml/2006/main" noGrp="1"/>
          </p:cNvSpPr>
          <p:nvPr/>
        </p:nvSpPr>
        <p:spPr>
          <a:xfrm xmlns:a="http://schemas.openxmlformats.org/drawingml/2006/main">
            <a:off x="3209925" y="3552825"/>
            <a:ext cx="361950" cy="1381125"/>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2" name="hist-bar-4">
            <a:extLst xmlns:a="http://schemas.openxmlformats.org/drawingml/2006/main">
              <a:ext uri="{FF2B5EF4-FFF2-40B4-BE49-F238E27FC236}">
                <a16:creationId xmlns:a16="http://schemas.microsoft.com/office/drawing/2014/main" id="{288B5840-32DE-43FF-888F-03108D509286}"/>
              </a:ext>
            </a:extLst>
          </p:cNvPr>
          <p:cNvSpPr>
            <a:spLocks xmlns:a="http://schemas.openxmlformats.org/drawingml/2006/main" noGrp="1"/>
          </p:cNvSpPr>
          <p:nvPr/>
        </p:nvSpPr>
        <p:spPr>
          <a:xfrm xmlns:a="http://schemas.openxmlformats.org/drawingml/2006/main">
            <a:off x="3819525" y="4229100"/>
            <a:ext cx="361950" cy="7048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3" name="hist-bar-5">
            <a:extLst xmlns:a="http://schemas.openxmlformats.org/drawingml/2006/main">
              <a:ext uri="{FF2B5EF4-FFF2-40B4-BE49-F238E27FC236}">
                <a16:creationId xmlns:a16="http://schemas.microsoft.com/office/drawing/2014/main" id="{DEE3FFB4-622C-4C2C-AA88-BBA9568CCB61}"/>
              </a:ext>
            </a:extLst>
          </p:cNvPr>
          <p:cNvSpPr>
            <a:spLocks xmlns:a="http://schemas.openxmlformats.org/drawingml/2006/main" noGrp="1"/>
          </p:cNvSpPr>
          <p:nvPr/>
        </p:nvSpPr>
        <p:spPr>
          <a:xfrm xmlns:a="http://schemas.openxmlformats.org/drawingml/2006/main">
            <a:off x="4429125" y="3048000"/>
            <a:ext cx="361950" cy="18859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4" name="hist-bar-6">
            <a:extLst xmlns:a="http://schemas.openxmlformats.org/drawingml/2006/main">
              <a:ext uri="{FF2B5EF4-FFF2-40B4-BE49-F238E27FC236}">
                <a16:creationId xmlns:a16="http://schemas.microsoft.com/office/drawing/2014/main" id="{EC1BD889-87A5-47A7-A093-A47AD51728A2}"/>
              </a:ext>
            </a:extLst>
          </p:cNvPr>
          <p:cNvSpPr>
            <a:spLocks xmlns:a="http://schemas.openxmlformats.org/drawingml/2006/main" noGrp="1"/>
          </p:cNvSpPr>
          <p:nvPr/>
        </p:nvSpPr>
        <p:spPr>
          <a:xfrm xmlns:a="http://schemas.openxmlformats.org/drawingml/2006/main">
            <a:off x="5038725" y="4000500"/>
            <a:ext cx="361950" cy="9334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5" name="hist-bar-7">
            <a:extLst xmlns:a="http://schemas.openxmlformats.org/drawingml/2006/main">
              <a:ext uri="{FF2B5EF4-FFF2-40B4-BE49-F238E27FC236}">
                <a16:creationId xmlns:a16="http://schemas.microsoft.com/office/drawing/2014/main" id="{2CAD4279-0553-413F-A58B-E331CE1E6D84}"/>
              </a:ext>
            </a:extLst>
          </p:cNvPr>
          <p:cNvSpPr>
            <a:spLocks xmlns:a="http://schemas.openxmlformats.org/drawingml/2006/main" noGrp="1"/>
          </p:cNvSpPr>
          <p:nvPr/>
        </p:nvSpPr>
        <p:spPr>
          <a:xfrm xmlns:a="http://schemas.openxmlformats.org/drawingml/2006/main">
            <a:off x="5648325" y="4343400"/>
            <a:ext cx="361950" cy="5905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6" name="hist-bar-8">
            <a:extLst xmlns:a="http://schemas.openxmlformats.org/drawingml/2006/main">
              <a:ext uri="{FF2B5EF4-FFF2-40B4-BE49-F238E27FC236}">
                <a16:creationId xmlns:a16="http://schemas.microsoft.com/office/drawing/2014/main" id="{A05C831E-9AC5-4DCA-B588-A4265C07B210}"/>
              </a:ext>
            </a:extLst>
          </p:cNvPr>
          <p:cNvSpPr>
            <a:spLocks xmlns:a="http://schemas.openxmlformats.org/drawingml/2006/main" noGrp="1"/>
          </p:cNvSpPr>
          <p:nvPr/>
        </p:nvSpPr>
        <p:spPr>
          <a:xfrm xmlns:a="http://schemas.openxmlformats.org/drawingml/2006/main">
            <a:off x="6257925" y="3714750"/>
            <a:ext cx="361950" cy="1219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7" name="hist-bar-9">
            <a:extLst xmlns:a="http://schemas.openxmlformats.org/drawingml/2006/main">
              <a:ext uri="{FF2B5EF4-FFF2-40B4-BE49-F238E27FC236}">
                <a16:creationId xmlns:a16="http://schemas.microsoft.com/office/drawing/2014/main" id="{FB84E831-2DF9-4215-9C4F-7E7D714764CE}"/>
              </a:ext>
            </a:extLst>
          </p:cNvPr>
          <p:cNvSpPr>
            <a:spLocks xmlns:a="http://schemas.openxmlformats.org/drawingml/2006/main" noGrp="1"/>
          </p:cNvSpPr>
          <p:nvPr/>
        </p:nvSpPr>
        <p:spPr>
          <a:xfrm xmlns:a="http://schemas.openxmlformats.org/drawingml/2006/main">
            <a:off x="6867525" y="4476750"/>
            <a:ext cx="361950" cy="457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8" name="hist-bar-10">
            <a:extLst xmlns:a="http://schemas.openxmlformats.org/drawingml/2006/main">
              <a:ext uri="{FF2B5EF4-FFF2-40B4-BE49-F238E27FC236}">
                <a16:creationId xmlns:a16="http://schemas.microsoft.com/office/drawing/2014/main" id="{58B0A822-3758-4B46-B111-E0B8F24F7B91}"/>
              </a:ext>
            </a:extLst>
          </p:cNvPr>
          <p:cNvSpPr>
            <a:spLocks xmlns:a="http://schemas.openxmlformats.org/drawingml/2006/main" noGrp="1"/>
          </p:cNvSpPr>
          <p:nvPr/>
        </p:nvSpPr>
        <p:spPr>
          <a:xfrm xmlns:a="http://schemas.openxmlformats.org/drawingml/2006/main">
            <a:off x="7477125" y="3200400"/>
            <a:ext cx="361950" cy="17335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9" name="hist-bar-11">
            <a:extLst xmlns:a="http://schemas.openxmlformats.org/drawingml/2006/main">
              <a:ext uri="{FF2B5EF4-FFF2-40B4-BE49-F238E27FC236}">
                <a16:creationId xmlns:a16="http://schemas.microsoft.com/office/drawing/2014/main" id="{4994C2F4-21A8-4FC7-A13D-80670BC3ED7C}"/>
              </a:ext>
            </a:extLst>
          </p:cNvPr>
          <p:cNvSpPr>
            <a:spLocks xmlns:a="http://schemas.openxmlformats.org/drawingml/2006/main" noGrp="1"/>
          </p:cNvSpPr>
          <p:nvPr/>
        </p:nvSpPr>
        <p:spPr>
          <a:xfrm xmlns:a="http://schemas.openxmlformats.org/drawingml/2006/main">
            <a:off x="8086725" y="4305300"/>
            <a:ext cx="361950" cy="6286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0" name="hist-y">
            <a:extLst xmlns:a="http://schemas.openxmlformats.org/drawingml/2006/main">
              <a:ext uri="{FF2B5EF4-FFF2-40B4-BE49-F238E27FC236}">
                <a16:creationId xmlns:a16="http://schemas.microsoft.com/office/drawing/2014/main" id="{66BADCF5-3949-4203-BCD1-F841BC29350B}"/>
              </a:ext>
            </a:extLst>
          </p:cNvPr>
          <p:cNvSpPr>
            <a:spLocks xmlns:a="http://schemas.openxmlformats.org/drawingml/2006/main" noGrp="1"/>
          </p:cNvSpPr>
          <p:nvPr/>
        </p:nvSpPr>
        <p:spPr>
          <a:xfrm xmlns:a="http://schemas.openxmlformats.org/drawingml/2006/main">
            <a:off x="342900" y="342900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xmlns:a="http://schemas.openxmlformats.org/drawingml/2006/main">
              <a:ext uri="{FF2B5EF4-FFF2-40B4-BE49-F238E27FC236}">
                <a16:creationId xmlns:a16="http://schemas.microsoft.com/office/drawing/2014/main" id="{E23C5EDD-3ED7-4525-A13B-5D6B0B700B73}"/>
              </a:ext>
            </a:extLst>
          </p:cNvPr>
          <p:cNvSpPr>
            <a:spLocks xmlns:a="http://schemas.openxmlformats.org/drawingml/2006/main" noGrp="1"/>
          </p:cNvSpPr>
          <p:nvPr/>
        </p:nvSpPr>
        <p:spPr>
          <a:xfrm xmlns:a="http://schemas.openxmlformats.org/drawingml/2006/main">
            <a:off x="32004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xmlns:a="http://schemas.openxmlformats.org/drawingml/2006/main">
              <a:ext uri="{FF2B5EF4-FFF2-40B4-BE49-F238E27FC236}">
                <a16:creationId xmlns:a16="http://schemas.microsoft.com/office/drawing/2014/main" id="{D71B80E7-A4F1-4971-BF1F-D4DE41F1B39F}"/>
              </a:ext>
            </a:extLst>
          </p:cNvPr>
          <p:cNvSpPr>
            <a:spLocks xmlns:a="http://schemas.openxmlformats.org/drawingml/2006/main" noGrp="1"/>
          </p:cNvSpPr>
          <p:nvPr/>
        </p:nvSpPr>
        <p:spPr>
          <a:xfrm xmlns:a="http://schemas.openxmlformats.org/drawingml/2006/main">
            <a:off x="9486900" y="2705100"/>
            <a:ext cx="1809750" cy="2095500"/>
          </a:xfrm>
          <a:prstGeom xmlns:a="http://schemas.openxmlformats.org/drawingml/2006/main" prst="roundRect">
            <a:avLst>
              <a:gd name="adj" fmla="val 4211"/>
            </a:avLst>
          </a:prstGeom>
          <a:solidFill xmlns:a="http://schemas.openxmlformats.org/drawingml/2006/main">
            <a:srgbClr val="0B1F33"/>
          </a:solidFill>
          <a:ln xmlns:a="http://schemas.openxmlformats.org/drawingml/2006/main" w="9525">
            <a:solidFill>
              <a:srgbClr val="0B1F33"/>
            </a:solidFill>
            <a:prstDash val="solid"/>
          </a:ln>
        </p:spPr>
      </p:sp>
      <p:sp>
        <p:nvSpPr>
          <p:cNvPr id="23" name="hist-note">
            <a:extLst xmlns:a="http://schemas.openxmlformats.org/drawingml/2006/main">
              <a:ext uri="{FF2B5EF4-FFF2-40B4-BE49-F238E27FC236}">
                <a16:creationId xmlns:a16="http://schemas.microsoft.com/office/drawing/2014/main" id="{2225E35D-ACA1-4CE3-A010-EF14C587F868}"/>
              </a:ext>
            </a:extLst>
          </p:cNvPr>
          <p:cNvSpPr>
            <a:spLocks xmlns:a="http://schemas.openxmlformats.org/drawingml/2006/main" noGrp="1"/>
          </p:cNvSpPr>
          <p:nvPr/>
        </p:nvSpPr>
        <p:spPr>
          <a:xfrm xmlns:a="http://schemas.openxmlformats.org/drawingml/2006/main">
            <a:off x="9658350" y="3028950"/>
            <a:ext cx="14668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9031"/>
          </a:bodyPr>
          <a:lstStyle xmlns:a="http://schemas.openxmlformats.org/drawingml/2006/main"/>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xmlns:a="http://schemas.openxmlformats.org/drawingml/2006/main">
            <a:r>
              <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sld>
</file>

<file path=ppt/slides/slide2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F743995-2053-403D-8149-DB30952A8E5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0A7D246-0F04-4743-9581-E25DE10958F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xmlns:a="http://schemas.openxmlformats.org/drawingml/2006/main">
              <a:ext uri="{FF2B5EF4-FFF2-40B4-BE49-F238E27FC236}">
                <a16:creationId xmlns:a16="http://schemas.microsoft.com/office/drawing/2014/main" id="{06A70217-AE5C-4FD8-B111-4204217D3C8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061FACE-C8A2-459A-8BBE-DB17C388F1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12CF71B-ADDD-4AFB-BF99-02A809D8D6C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94</a:t>
            </a:r>
          </a:p>
        </p:txBody>
      </p:sp>
      <p:sp>
        <p:nvSpPr>
          <p:cNvPr id="6" name="left-title">
            <a:extLst xmlns:a="http://schemas.openxmlformats.org/drawingml/2006/main">
              <a:ext uri="{FF2B5EF4-FFF2-40B4-BE49-F238E27FC236}">
                <a16:creationId xmlns:a16="http://schemas.microsoft.com/office/drawing/2014/main" id="{1F2D4D76-DD71-4B34-A1FB-DDEDFF07FBD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xmlns:a="http://schemas.openxmlformats.org/drawingml/2006/main">
              <a:ext uri="{FF2B5EF4-FFF2-40B4-BE49-F238E27FC236}">
                <a16:creationId xmlns:a16="http://schemas.microsoft.com/office/drawing/2014/main" id="{8ADED338-1081-405D-90FD-46253DF63C5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xmlns:a="http://schemas.openxmlformats.org/drawingml/2006/main">
              <a:ext uri="{FF2B5EF4-FFF2-40B4-BE49-F238E27FC236}">
                <a16:creationId xmlns:a16="http://schemas.microsoft.com/office/drawing/2014/main" id="{D39339DA-27A8-458B-A495-EA3D49EE47F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803DE2C-7256-4AEA-940F-8901D8A7D62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xmlns:a="http://schemas.openxmlformats.org/drawingml/2006/main">
              <a:ext uri="{FF2B5EF4-FFF2-40B4-BE49-F238E27FC236}">
                <a16:creationId xmlns:a16="http://schemas.microsoft.com/office/drawing/2014/main" id="{DE5D0826-E443-4B65-803E-8AB483177E60}"/>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xmlns:a="http://schemas.openxmlformats.org/drawingml/2006/main">
              <a:ext uri="{FF2B5EF4-FFF2-40B4-BE49-F238E27FC236}">
                <a16:creationId xmlns:a16="http://schemas.microsoft.com/office/drawing/2014/main" id="{2843CF9F-46AF-44C2-A73E-B495E4C485F0}"/>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EC6FBC04-763F-4E82-BEBE-998350F7F31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sld>
</file>

<file path=ppt/slides/slide2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25822BB-95C6-4E28-8B45-82B7584BA54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E734FAFC-2F62-4C00-BCD5-3CFCE4FBAF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xmlns:a="http://schemas.openxmlformats.org/drawingml/2006/main">
              <a:ext uri="{FF2B5EF4-FFF2-40B4-BE49-F238E27FC236}">
                <a16:creationId xmlns:a16="http://schemas.microsoft.com/office/drawing/2014/main" id="{AE260D53-DB3D-453F-B434-26FAAAECCBD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6486F68-3A44-49E1-B557-393D502A1B3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C831FD8-9A6A-40FA-B4B3-5B305A86573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94</a:t>
            </a:r>
          </a:p>
        </p:txBody>
      </p:sp>
      <p:sp>
        <p:nvSpPr>
          <p:cNvPr id="6" name="lead">
            <a:extLst xmlns:a="http://schemas.openxmlformats.org/drawingml/2006/main">
              <a:ext uri="{FF2B5EF4-FFF2-40B4-BE49-F238E27FC236}">
                <a16:creationId xmlns:a16="http://schemas.microsoft.com/office/drawing/2014/main" id="{60B0DD6B-24B2-4F7A-BB2B-18C91D904D6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xmlns:a="http://schemas.openxmlformats.org/drawingml/2006/main">
              <a:ext uri="{FF2B5EF4-FFF2-40B4-BE49-F238E27FC236}">
                <a16:creationId xmlns:a16="http://schemas.microsoft.com/office/drawing/2014/main" id="{81692211-C340-4014-B264-A761C9EABAD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7C1FA21-A7D2-41F9-941D-4454DAC6F7BC}"/>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sld>
</file>

<file path=ppt/slides/slide2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2C6B43E-0B42-4982-8B41-F96E892218D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91162E6-5FA5-4099-94A3-098977F96F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xmlns:a="http://schemas.openxmlformats.org/drawingml/2006/main">
              <a:ext uri="{FF2B5EF4-FFF2-40B4-BE49-F238E27FC236}">
                <a16:creationId xmlns:a16="http://schemas.microsoft.com/office/drawing/2014/main" id="{85DBEF92-BA01-4312-8709-FDB034E8C48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7E43511-51C2-4AD0-9A64-D98FFD733E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51053D-0067-4E5B-9E1F-901A1051E70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94</a:t>
            </a:r>
          </a:p>
        </p:txBody>
      </p:sp>
      <p:sp>
        <p:nvSpPr>
          <p:cNvPr id="6" name="left-title">
            <a:extLst xmlns:a="http://schemas.openxmlformats.org/drawingml/2006/main">
              <a:ext uri="{FF2B5EF4-FFF2-40B4-BE49-F238E27FC236}">
                <a16:creationId xmlns:a16="http://schemas.microsoft.com/office/drawing/2014/main" id="{2659700C-9874-45B2-B69B-545D8463CEF9}"/>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xmlns:a="http://schemas.openxmlformats.org/drawingml/2006/main">
              <a:ext uri="{FF2B5EF4-FFF2-40B4-BE49-F238E27FC236}">
                <a16:creationId xmlns:a16="http://schemas.microsoft.com/office/drawing/2014/main" id="{354AD5D6-B5DF-4CC6-84B8-9A5242DDDD5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xmlns:a="http://schemas.openxmlformats.org/drawingml/2006/main">
              <a:ext uri="{FF2B5EF4-FFF2-40B4-BE49-F238E27FC236}">
                <a16:creationId xmlns:a16="http://schemas.microsoft.com/office/drawing/2014/main" id="{1FB75557-1E66-4CFF-BADA-B922EEDE4A1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4A2E90-091B-4D3E-9DF7-DCEC49808BFA}"/>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xmlns:a="http://schemas.openxmlformats.org/drawingml/2006/main">
              <a:ext uri="{FF2B5EF4-FFF2-40B4-BE49-F238E27FC236}">
                <a16:creationId xmlns:a16="http://schemas.microsoft.com/office/drawing/2014/main" id="{D1296467-1E1C-461A-BA9D-50B63878E3F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xmlns:a="http://schemas.openxmlformats.org/drawingml/2006/main">
              <a:ext uri="{FF2B5EF4-FFF2-40B4-BE49-F238E27FC236}">
                <a16:creationId xmlns:a16="http://schemas.microsoft.com/office/drawing/2014/main" id="{7B66A06E-82B2-4E5E-8F08-60B38483B9B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8433C2E-3BF8-4A7B-B9A1-27D4C5C68D7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sld>
</file>

<file path=ppt/slides/slide2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5AABBD3-9C69-4CBD-9DAF-5094DE7EAA2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1E30B42-A142-438A-81E6-36D711B2F96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xmlns:a="http://schemas.openxmlformats.org/drawingml/2006/main">
              <a:ext uri="{FF2B5EF4-FFF2-40B4-BE49-F238E27FC236}">
                <a16:creationId xmlns:a16="http://schemas.microsoft.com/office/drawing/2014/main" id="{4A7ABE4A-CACC-4B92-9534-4700DA6B0F9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DDA3BDC-64B5-4F4F-BF04-15365F5FE2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762919-FB4C-4A81-BB0A-7BDCE547661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94</a:t>
            </a:r>
          </a:p>
        </p:txBody>
      </p:sp>
      <p:sp>
        <p:nvSpPr>
          <p:cNvPr id="6" name="plan-scan">
            <a:extLst xmlns:a="http://schemas.openxmlformats.org/drawingml/2006/main">
              <a:ext uri="{FF2B5EF4-FFF2-40B4-BE49-F238E27FC236}">
                <a16:creationId xmlns:a16="http://schemas.microsoft.com/office/drawing/2014/main" id="{13B4D54C-8C04-4671-B7BC-8C10717CA212}"/>
              </a:ext>
            </a:extLst>
          </p:cNvPr>
          <p:cNvSpPr>
            <a:spLocks xmlns:a="http://schemas.openxmlformats.org/drawingml/2006/main" noGrp="1"/>
          </p:cNvSpPr>
          <p:nvPr/>
        </p:nvSpPr>
        <p:spPr>
          <a:xfrm xmlns:a="http://schemas.openxmlformats.org/drawingml/2006/main">
            <a:off x="89154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plan-scan-text">
            <a:extLst xmlns:a="http://schemas.openxmlformats.org/drawingml/2006/main">
              <a:ext uri="{FF2B5EF4-FFF2-40B4-BE49-F238E27FC236}">
                <a16:creationId xmlns:a16="http://schemas.microsoft.com/office/drawing/2014/main" id="{835942EF-385F-46E1-AF5A-275F315EEDEE}"/>
              </a:ext>
            </a:extLst>
          </p:cNvPr>
          <p:cNvSpPr>
            <a:spLocks xmlns:a="http://schemas.openxmlformats.org/drawingml/2006/main" noGrp="1"/>
          </p:cNvSpPr>
          <p:nvPr/>
        </p:nvSpPr>
        <p:spPr>
          <a:xfrm xmlns:a="http://schemas.openxmlformats.org/drawingml/2006/main">
            <a:off x="90487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8" name="plan-lookup">
            <a:extLst xmlns:a="http://schemas.openxmlformats.org/drawingml/2006/main">
              <a:ext uri="{FF2B5EF4-FFF2-40B4-BE49-F238E27FC236}">
                <a16:creationId xmlns:a16="http://schemas.microsoft.com/office/drawing/2014/main" id="{6ACCE3AE-054B-4152-B3A3-E2B15E504B61}"/>
              </a:ext>
            </a:extLst>
          </p:cNvPr>
          <p:cNvSpPr>
            <a:spLocks xmlns:a="http://schemas.openxmlformats.org/drawingml/2006/main" noGrp="1"/>
          </p:cNvSpPr>
          <p:nvPr/>
        </p:nvSpPr>
        <p:spPr>
          <a:xfrm xmlns:a="http://schemas.openxmlformats.org/drawingml/2006/main">
            <a:off x="6286500" y="3219450"/>
            <a:ext cx="2000250" cy="1066800"/>
          </a:xfrm>
          <a:prstGeom xmlns:a="http://schemas.openxmlformats.org/drawingml/2006/main" prst="roundRect">
            <a:avLst>
              <a:gd name="adj" fmla="val 7143"/>
            </a:avLst>
          </a:prstGeom>
          <a:solidFill xmlns:a="http://schemas.openxmlformats.org/drawingml/2006/main">
            <a:srgbClr val="FFF3E4"/>
          </a:solidFill>
          <a:ln xmlns:a="http://schemas.openxmlformats.org/drawingml/2006/main" w="9525">
            <a:solidFill>
              <a:srgbClr val="D9E2EC"/>
            </a:solidFill>
            <a:prstDash val="solid"/>
          </a:ln>
        </p:spPr>
      </p:sp>
      <p:sp>
        <p:nvSpPr>
          <p:cNvPr id="9" name="plan-lookup-text">
            <a:extLst xmlns:a="http://schemas.openxmlformats.org/drawingml/2006/main">
              <a:ext uri="{FF2B5EF4-FFF2-40B4-BE49-F238E27FC236}">
                <a16:creationId xmlns:a16="http://schemas.microsoft.com/office/drawing/2014/main" id="{7E8F5652-7DED-4D15-A4D7-40B9F9599526}"/>
              </a:ext>
            </a:extLst>
          </p:cNvPr>
          <p:cNvSpPr>
            <a:spLocks xmlns:a="http://schemas.openxmlformats.org/drawingml/2006/main" noGrp="1"/>
          </p:cNvSpPr>
          <p:nvPr/>
        </p:nvSpPr>
        <p:spPr>
          <a:xfrm xmlns:a="http://schemas.openxmlformats.org/drawingml/2006/main">
            <a:off x="64198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100 ×</a:t>
            </a:r>
          </a:p>
        </p:txBody>
      </p:sp>
      <p:sp>
        <p:nvSpPr>
          <p:cNvPr id="10" name="plan-loops">
            <a:extLst xmlns:a="http://schemas.openxmlformats.org/drawingml/2006/main">
              <a:ext uri="{FF2B5EF4-FFF2-40B4-BE49-F238E27FC236}">
                <a16:creationId xmlns:a16="http://schemas.microsoft.com/office/drawing/2014/main" id="{B293A84F-EBB7-47CE-A407-213BA4A8FED8}"/>
              </a:ext>
            </a:extLst>
          </p:cNvPr>
          <p:cNvSpPr>
            <a:spLocks xmlns:a="http://schemas.openxmlformats.org/drawingml/2006/main" noGrp="1"/>
          </p:cNvSpPr>
          <p:nvPr/>
        </p:nvSpPr>
        <p:spPr>
          <a:xfrm xmlns:a="http://schemas.openxmlformats.org/drawingml/2006/main">
            <a:off x="3657600" y="3219450"/>
            <a:ext cx="200025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11" name="plan-loops-text">
            <a:extLst xmlns:a="http://schemas.openxmlformats.org/drawingml/2006/main">
              <a:ext uri="{FF2B5EF4-FFF2-40B4-BE49-F238E27FC236}">
                <a16:creationId xmlns:a16="http://schemas.microsoft.com/office/drawing/2014/main" id="{FCF96E47-F317-486B-85E8-6AF85725C3F1}"/>
              </a:ext>
            </a:extLst>
          </p:cNvPr>
          <p:cNvSpPr>
            <a:spLocks xmlns:a="http://schemas.openxmlformats.org/drawingml/2006/main" noGrp="1"/>
          </p:cNvSpPr>
          <p:nvPr/>
        </p:nvSpPr>
        <p:spPr>
          <a:xfrm xmlns:a="http://schemas.openxmlformats.org/drawingml/2006/main">
            <a:off x="37909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xmlns:a="http://schemas.openxmlformats.org/drawingml/2006/main">
              <a:ext uri="{FF2B5EF4-FFF2-40B4-BE49-F238E27FC236}">
                <a16:creationId xmlns:a16="http://schemas.microsoft.com/office/drawing/2014/main" id="{4D715437-B58E-4C1C-958F-AB015403220C}"/>
              </a:ext>
            </a:extLst>
          </p:cNvPr>
          <p:cNvSpPr>
            <a:spLocks xmlns:a="http://schemas.openxmlformats.org/drawingml/2006/main" noGrp="1"/>
          </p:cNvSpPr>
          <p:nvPr/>
        </p:nvSpPr>
        <p:spPr>
          <a:xfrm xmlns:a="http://schemas.openxmlformats.org/drawingml/2006/main">
            <a:off x="10287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plan-select-text">
            <a:extLst xmlns:a="http://schemas.openxmlformats.org/drawingml/2006/main">
              <a:ext uri="{FF2B5EF4-FFF2-40B4-BE49-F238E27FC236}">
                <a16:creationId xmlns:a16="http://schemas.microsoft.com/office/drawing/2014/main" id="{CA6C2600-099F-4887-A50F-6CEFD4F3DB35}"/>
              </a:ext>
            </a:extLst>
          </p:cNvPr>
          <p:cNvSpPr>
            <a:spLocks xmlns:a="http://schemas.openxmlformats.org/drawingml/2006/main" noGrp="1"/>
          </p:cNvSpPr>
          <p:nvPr/>
        </p:nvSpPr>
        <p:spPr>
          <a:xfrm xmlns:a="http://schemas.openxmlformats.org/drawingml/2006/main">
            <a:off x="11620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31" name=""/>
          <p:cNvCxnSpPr>
            <a:stCxn xmlns:a="http://schemas.openxmlformats.org/drawingml/2006/main" id="6" idx="1"/>
            <a:endCxn xmlns:a="http://schemas.openxmlformats.org/drawingml/2006/main" id="8" idx="3"/>
          </p:cNvCxnSpPr>
          <p:nvPr/>
        </p:nvCxnSpPr>
        <p:spPr>
          <a:xfrm xmlns:a="http://schemas.openxmlformats.org/drawingml/2006/main" flipH="1">
            <a:off x="82867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1"/>
            <a:endCxn xmlns:a="http://schemas.openxmlformats.org/drawingml/2006/main" id="10" idx="3"/>
          </p:cNvCxnSpPr>
          <p:nvPr/>
        </p:nvCxnSpPr>
        <p:spPr>
          <a:xfrm xmlns:a="http://schemas.openxmlformats.org/drawingml/2006/main" flipH="1">
            <a:off x="56578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1"/>
            <a:endCxn xmlns:a="http://schemas.openxmlformats.org/drawingml/2006/main" id="12" idx="3"/>
          </p:cNvCxnSpPr>
          <p:nvPr/>
        </p:nvCxnSpPr>
        <p:spPr>
          <a:xfrm xmlns:a="http://schemas.openxmlformats.org/drawingml/2006/main" flipH="1">
            <a:off x="30289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plan-caption">
            <a:extLst xmlns:a="http://schemas.openxmlformats.org/drawingml/2006/main">
              <a:ext uri="{FF2B5EF4-FFF2-40B4-BE49-F238E27FC236}">
                <a16:creationId xmlns:a16="http://schemas.microsoft.com/office/drawing/2014/main" id="{807519F1-7055-4F5E-840D-6D93B66278DC}"/>
              </a:ext>
            </a:extLst>
          </p:cNvPr>
          <p:cNvSpPr>
            <a:spLocks xmlns:a="http://schemas.openxmlformats.org/drawingml/2006/main" noGrp="1"/>
          </p:cNvSpPr>
          <p:nvPr/>
        </p:nvSpPr>
        <p:spPr>
          <a:xfrm xmlns:a="http://schemas.openxmlformats.org/drawingml/2006/main">
            <a:off x="1847850" y="4857750"/>
            <a:ext cx="847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626"/>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 Ausführungsanzahl und Rows pro Operator prüfen</a:t>
            </a:r>
          </a:p>
        </p:txBody>
      </p:sp>
    </p:spTree>
    <p:extLst>
      <p:ext uri="{BB962C8B-B14F-4D97-AF65-F5344CB8AC3E}">
        <p14:creationId xmlns:p14="http://schemas.microsoft.com/office/powerpoint/2010/main" val="1551802974"/>
      </p:ext>
    </p:extLst>
  </p:cSld>
</p:sld>
</file>

<file path=ppt/slides/slide2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3CE5FB7-EC6D-499C-84A8-13ACAA8E29B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CF72EA3B-4429-4931-956B-B5205161E36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xmlns:a="http://schemas.openxmlformats.org/drawingml/2006/main">
              <a:ext uri="{FF2B5EF4-FFF2-40B4-BE49-F238E27FC236}">
                <a16:creationId xmlns:a16="http://schemas.microsoft.com/office/drawing/2014/main" id="{6B2BFE38-CCA8-4F12-B4B7-3D90E65FD4C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4309DA9-37BE-4A62-92C8-20BAB672044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BFAB4B-967F-41DC-B9F1-98DEDD9A408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94</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Join</a:t>
                      </a:r>
                    </a:p>
                  </a:txBody>
                  <a:tcPr marL="91440" marR="91440" marT="45720" marB="45720">
                    <a:solidFill>
                      <a:srgbClr val="0B1F33"/>
                    </a:solidFill>
                  </a:tcPr>
                </a:tc>
                <a:tc>
                  <a:txBody>
                    <a:bodyPr/>
                    <a:lstStyle/>
                    <a:p>
                      <a:r>
                        <a:rPr sz="1500" b="1">
                          <a:solidFill>
                            <a:srgbClr val="FFFFFF"/>
                          </a:solidFill>
                          <a:latin typeface="Aptos"/>
                          <a:ea typeface="Aptos"/>
                          <a:cs typeface="Aptos"/>
                        </a:rPr>
                        <a:t>stark bei</a:t>
                      </a:r>
                    </a:p>
                  </a:txBody>
                  <a:tcPr marL="91440" marR="91440" marT="45720" marB="45720">
                    <a:solidFill>
                      <a:srgbClr val="0B1F33"/>
                    </a:solidFill>
                  </a:tcPr>
                </a:tc>
                <a:tc>
                  <a:txBody>
                    <a:bodyPr/>
                    <a:lstStyle/>
                    <a:p>
                      <a:r>
                        <a:rPr sz="1500" b="1">
                          <a:solidFill>
                            <a:srgbClr val="FFFFFF"/>
                          </a:solidFill>
                          <a:latin typeface="Aptos"/>
                          <a:ea typeface="Aptos"/>
                          <a:cs typeface="Aptos"/>
                        </a:rPr>
                        <a:t>typisches Risiko</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Nested Loops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kleinem Outer Input und günstigem Inner Lookup</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viele wiederholte Zugriffe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Hash Match</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großen unsortierten Inputs und Gleichheit</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Memory Grant und Spill</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Merge Join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sortierten Inputs und Gleichheit/Ranges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Sortkosten oder große Streams</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Adaptive Join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unsicherer Build-Kardinalität im geeigneten Batch-Mode-Szenario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versions- und planabhängig</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25043941"/>
      </p:ext>
    </p:extLst>
  </p:cSld>
</p:sld>
</file>

<file path=ppt/slides/slide2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09F50B-13C1-4082-AEBB-4D29C351047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6F5414A9-381E-493A-A8BD-8EEE69FD5E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xmlns:a="http://schemas.openxmlformats.org/drawingml/2006/main">
              <a:ext uri="{FF2B5EF4-FFF2-40B4-BE49-F238E27FC236}">
                <a16:creationId xmlns:a16="http://schemas.microsoft.com/office/drawing/2014/main" id="{F05A747B-B1AF-4A81-9DCD-23C74C122C1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16266DE-ACA0-43C1-865D-42F10157EFE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A677FEE-726E-491E-9B50-DD15ABD692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94</a:t>
            </a:r>
          </a:p>
        </p:txBody>
      </p:sp>
      <p:sp>
        <p:nvSpPr>
          <p:cNvPr id="6" name="grant-est">
            <a:extLst xmlns:a="http://schemas.openxmlformats.org/drawingml/2006/main">
              <a:ext uri="{FF2B5EF4-FFF2-40B4-BE49-F238E27FC236}">
                <a16:creationId xmlns:a16="http://schemas.microsoft.com/office/drawing/2014/main" id="{A44BE730-2201-4A83-9092-813D14374711}"/>
              </a:ext>
            </a:extLst>
          </p:cNvPr>
          <p:cNvSpPr>
            <a:spLocks xmlns:a="http://schemas.openxmlformats.org/drawingml/2006/main" noGrp="1"/>
          </p:cNvSpPr>
          <p:nvPr/>
        </p:nvSpPr>
        <p:spPr>
          <a:xfrm xmlns:a="http://schemas.openxmlformats.org/drawingml/2006/main">
            <a:off x="81915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grant-est-text">
            <a:extLst xmlns:a="http://schemas.openxmlformats.org/drawingml/2006/main">
              <a:ext uri="{FF2B5EF4-FFF2-40B4-BE49-F238E27FC236}">
                <a16:creationId xmlns:a16="http://schemas.microsoft.com/office/drawing/2014/main" id="{38C7191F-2FA0-4D97-85DE-E22661A209A2}"/>
              </a:ext>
            </a:extLst>
          </p:cNvPr>
          <p:cNvSpPr>
            <a:spLocks xmlns:a="http://schemas.openxmlformats.org/drawingml/2006/main" noGrp="1"/>
          </p:cNvSpPr>
          <p:nvPr/>
        </p:nvSpPr>
        <p:spPr>
          <a:xfrm xmlns:a="http://schemas.openxmlformats.org/drawingml/2006/main">
            <a:off x="95250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xmlns:a="http://schemas.openxmlformats.org/drawingml/2006/main">
              <a:ext uri="{FF2B5EF4-FFF2-40B4-BE49-F238E27FC236}">
                <a16:creationId xmlns:a16="http://schemas.microsoft.com/office/drawing/2014/main" id="{2B537531-5C8A-43CB-8FD9-3716B0A5A599}"/>
              </a:ext>
            </a:extLst>
          </p:cNvPr>
          <p:cNvSpPr>
            <a:spLocks xmlns:a="http://schemas.openxmlformats.org/drawingml/2006/main" noGrp="1"/>
          </p:cNvSpPr>
          <p:nvPr/>
        </p:nvSpPr>
        <p:spPr>
          <a:xfrm xmlns:a="http://schemas.openxmlformats.org/drawingml/2006/main">
            <a:off x="3657600" y="3067050"/>
            <a:ext cx="2000250" cy="1238250"/>
          </a:xfrm>
          <a:prstGeom xmlns:a="http://schemas.openxmlformats.org/drawingml/2006/main" prst="roundRect">
            <a:avLst>
              <a:gd name="adj" fmla="val 6154"/>
            </a:avLst>
          </a:prstGeom>
          <a:solidFill xmlns:a="http://schemas.openxmlformats.org/drawingml/2006/main">
            <a:srgbClr val="EAF4F4"/>
          </a:solidFill>
          <a:ln xmlns:a="http://schemas.openxmlformats.org/drawingml/2006/main" w="9525">
            <a:solidFill>
              <a:srgbClr val="D9E2EC"/>
            </a:solidFill>
            <a:prstDash val="solid"/>
          </a:ln>
        </p:spPr>
      </p:sp>
      <p:sp>
        <p:nvSpPr>
          <p:cNvPr id="9" name="grant-req-text">
            <a:extLst xmlns:a="http://schemas.openxmlformats.org/drawingml/2006/main">
              <a:ext uri="{FF2B5EF4-FFF2-40B4-BE49-F238E27FC236}">
                <a16:creationId xmlns:a16="http://schemas.microsoft.com/office/drawing/2014/main" id="{704D29AB-5179-425A-8B18-7B4691F10089}"/>
              </a:ext>
            </a:extLst>
          </p:cNvPr>
          <p:cNvSpPr>
            <a:spLocks xmlns:a="http://schemas.openxmlformats.org/drawingml/2006/main" noGrp="1"/>
          </p:cNvSpPr>
          <p:nvPr/>
        </p:nvSpPr>
        <p:spPr>
          <a:xfrm xmlns:a="http://schemas.openxmlformats.org/drawingml/2006/main">
            <a:off x="37909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xmlns:a="http://schemas.openxmlformats.org/drawingml/2006/main">
              <a:ext uri="{FF2B5EF4-FFF2-40B4-BE49-F238E27FC236}">
                <a16:creationId xmlns:a16="http://schemas.microsoft.com/office/drawing/2014/main" id="{05EFBC7D-0AAF-4B7E-9E4A-A1BBC8D94BD0}"/>
              </a:ext>
            </a:extLst>
          </p:cNvPr>
          <p:cNvSpPr>
            <a:spLocks xmlns:a="http://schemas.openxmlformats.org/drawingml/2006/main" noGrp="1"/>
          </p:cNvSpPr>
          <p:nvPr/>
        </p:nvSpPr>
        <p:spPr>
          <a:xfrm xmlns:a="http://schemas.openxmlformats.org/drawingml/2006/main">
            <a:off x="6400800" y="3067050"/>
            <a:ext cx="200025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grant-got-text">
            <a:extLst xmlns:a="http://schemas.openxmlformats.org/drawingml/2006/main">
              <a:ext uri="{FF2B5EF4-FFF2-40B4-BE49-F238E27FC236}">
                <a16:creationId xmlns:a16="http://schemas.microsoft.com/office/drawing/2014/main" id="{21AF39C2-01EB-49B3-95AE-2B1F36243E2F}"/>
              </a:ext>
            </a:extLst>
          </p:cNvPr>
          <p:cNvSpPr>
            <a:spLocks xmlns:a="http://schemas.openxmlformats.org/drawingml/2006/main" noGrp="1"/>
          </p:cNvSpPr>
          <p:nvPr/>
        </p:nvSpPr>
        <p:spPr>
          <a:xfrm xmlns:a="http://schemas.openxmlformats.org/drawingml/2006/main">
            <a:off x="65341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xmlns:a="http://schemas.openxmlformats.org/drawingml/2006/main">
              <a:ext uri="{FF2B5EF4-FFF2-40B4-BE49-F238E27FC236}">
                <a16:creationId xmlns:a16="http://schemas.microsoft.com/office/drawing/2014/main" id="{78F69084-4A50-45B8-9326-2A0B1E2E2579}"/>
              </a:ext>
            </a:extLst>
          </p:cNvPr>
          <p:cNvSpPr>
            <a:spLocks xmlns:a="http://schemas.openxmlformats.org/drawingml/2006/main" noGrp="1"/>
          </p:cNvSpPr>
          <p:nvPr/>
        </p:nvSpPr>
        <p:spPr>
          <a:xfrm xmlns:a="http://schemas.openxmlformats.org/drawingml/2006/main">
            <a:off x="914400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grant-run-text">
            <a:extLst xmlns:a="http://schemas.openxmlformats.org/drawingml/2006/main">
              <a:ext uri="{FF2B5EF4-FFF2-40B4-BE49-F238E27FC236}">
                <a16:creationId xmlns:a16="http://schemas.microsoft.com/office/drawing/2014/main" id="{338BC4DA-97E5-4691-A7B8-52E98087D8EB}"/>
              </a:ext>
            </a:extLst>
          </p:cNvPr>
          <p:cNvSpPr>
            <a:spLocks xmlns:a="http://schemas.openxmlformats.org/drawingml/2006/main" noGrp="1"/>
          </p:cNvSpPr>
          <p:nvPr/>
        </p:nvSpPr>
        <p:spPr>
          <a:xfrm xmlns:a="http://schemas.openxmlformats.org/drawingml/2006/main">
            <a:off x="927735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oder Spill</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9146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6578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4010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grant-caption">
            <a:extLst xmlns:a="http://schemas.openxmlformats.org/drawingml/2006/main">
              <a:ext uri="{FF2B5EF4-FFF2-40B4-BE49-F238E27FC236}">
                <a16:creationId xmlns:a16="http://schemas.microsoft.com/office/drawing/2014/main" id="{CDDC899C-B9CA-4C7E-ACBE-FD0CD3E3792A}"/>
              </a:ext>
            </a:extLst>
          </p:cNvPr>
          <p:cNvSpPr>
            <a:spLocks xmlns:a="http://schemas.openxmlformats.org/drawingml/2006/main" noGrp="1"/>
          </p:cNvSpPr>
          <p:nvPr/>
        </p:nvSpPr>
        <p:spPr>
          <a:xfrm xmlns:a="http://schemas.openxmlformats.org/drawingml/2006/main">
            <a:off x="2095500" y="495300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 TempDB-Spill · Overgrant → weniger Concurrency</a:t>
            </a:r>
          </a:p>
        </p:txBody>
      </p:sp>
    </p:spTree>
    <p:extLst>
      <p:ext uri="{BB962C8B-B14F-4D97-AF65-F5344CB8AC3E}">
        <p14:creationId xmlns:p14="http://schemas.microsoft.com/office/powerpoint/2010/main" val="1802561376"/>
      </p:ext>
    </p:extLst>
  </p:cSld>
</p:sld>
</file>

<file path=ppt/slides/slide3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5E89F65-68ED-4B27-A5C9-FB7D1C1FBB5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33E20F11-7098-41BE-9258-87BA48570C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966"/>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xmlns:a="http://schemas.openxmlformats.org/drawingml/2006/main">
              <a:ext uri="{FF2B5EF4-FFF2-40B4-BE49-F238E27FC236}">
                <a16:creationId xmlns:a16="http://schemas.microsoft.com/office/drawing/2014/main" id="{39B59627-A123-4344-8A23-47BFFED43E3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894B79D-C024-4B03-9A7F-8CBC89CCD8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E184359-864F-45CA-B625-4A67FF34338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94</a:t>
            </a:r>
          </a:p>
        </p:txBody>
      </p:sp>
      <p:sp>
        <p:nvSpPr>
          <p:cNvPr id="6" name="left-title">
            <a:extLst xmlns:a="http://schemas.openxmlformats.org/drawingml/2006/main">
              <a:ext uri="{FF2B5EF4-FFF2-40B4-BE49-F238E27FC236}">
                <a16:creationId xmlns:a16="http://schemas.microsoft.com/office/drawing/2014/main" id="{7999DE31-ABAC-46F8-A6EB-4171D98C711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xmlns:a="http://schemas.openxmlformats.org/drawingml/2006/main">
              <a:ext uri="{FF2B5EF4-FFF2-40B4-BE49-F238E27FC236}">
                <a16:creationId xmlns:a16="http://schemas.microsoft.com/office/drawing/2014/main" id="{D09C7888-2139-440C-93D5-9962E67147C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xmlns:a="http://schemas.openxmlformats.org/drawingml/2006/main">
              <a:ext uri="{FF2B5EF4-FFF2-40B4-BE49-F238E27FC236}">
                <a16:creationId xmlns:a16="http://schemas.microsoft.com/office/drawing/2014/main" id="{827A0679-F525-4176-B14D-22E47661FD6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CDD21C-DCED-4008-B8EB-4C1F7FD38E7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xmlns:a="http://schemas.openxmlformats.org/drawingml/2006/main">
              <a:ext uri="{FF2B5EF4-FFF2-40B4-BE49-F238E27FC236}">
                <a16:creationId xmlns:a16="http://schemas.microsoft.com/office/drawing/2014/main" id="{739BA656-EDC8-4231-A298-4FE85C07D7E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xmlns:a="http://schemas.openxmlformats.org/drawingml/2006/main">
              <a:ext uri="{FF2B5EF4-FFF2-40B4-BE49-F238E27FC236}">
                <a16:creationId xmlns:a16="http://schemas.microsoft.com/office/drawing/2014/main" id="{F86B3877-F49B-4C9A-A291-306BE07233B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D74ECCE6-CC8F-4D7D-9D04-EA232149A4E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sld>
</file>

<file path=ppt/slides/slide3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4B75420-D339-4EE4-A24D-1A2B1E39BE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992806DE-9367-4F7C-BCC0-2C4A8F8F62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xmlns:a="http://schemas.openxmlformats.org/drawingml/2006/main">
              <a:ext uri="{FF2B5EF4-FFF2-40B4-BE49-F238E27FC236}">
                <a16:creationId xmlns:a16="http://schemas.microsoft.com/office/drawing/2014/main" id="{01EB6E15-9E60-464E-8DF1-0C784326AC2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66AF756-135D-401A-9D25-2FB1B31BB21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9F10032-F71F-4E5C-ABDE-D25AFFCEA60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94</a:t>
            </a:r>
          </a:p>
        </p:txBody>
      </p:sp>
      <p:sp>
        <p:nvSpPr>
          <p:cNvPr id="6" name="par-source">
            <a:extLst xmlns:a="http://schemas.openxmlformats.org/drawingml/2006/main">
              <a:ext uri="{FF2B5EF4-FFF2-40B4-BE49-F238E27FC236}">
                <a16:creationId xmlns:a16="http://schemas.microsoft.com/office/drawing/2014/main" id="{BD89391E-662C-445F-9CFD-E2CBC391BE17}"/>
              </a:ext>
            </a:extLst>
          </p:cNvPr>
          <p:cNvSpPr>
            <a:spLocks xmlns:a="http://schemas.openxmlformats.org/drawingml/2006/main" noGrp="1"/>
          </p:cNvSpPr>
          <p:nvPr/>
        </p:nvSpPr>
        <p:spPr>
          <a:xfrm xmlns:a="http://schemas.openxmlformats.org/drawingml/2006/main">
            <a:off x="819150" y="3190875"/>
            <a:ext cx="171450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9E2EC"/>
            </a:solidFill>
            <a:prstDash val="solid"/>
          </a:ln>
        </p:spPr>
      </p:sp>
      <p:sp>
        <p:nvSpPr>
          <p:cNvPr id="7" name="par-source-text">
            <a:extLst xmlns:a="http://schemas.openxmlformats.org/drawingml/2006/main">
              <a:ext uri="{FF2B5EF4-FFF2-40B4-BE49-F238E27FC236}">
                <a16:creationId xmlns:a16="http://schemas.microsoft.com/office/drawing/2014/main" id="{3D02F89F-4DEC-4D03-A457-DC3B11F2697C}"/>
              </a:ext>
            </a:extLst>
          </p:cNvPr>
          <p:cNvSpPr>
            <a:spLocks xmlns:a="http://schemas.openxmlformats.org/drawingml/2006/main" noGrp="1"/>
          </p:cNvSpPr>
          <p:nvPr/>
        </p:nvSpPr>
        <p:spPr>
          <a:xfrm xmlns:a="http://schemas.openxmlformats.org/drawingml/2006/main">
            <a:off x="952500" y="3305175"/>
            <a:ext cx="1447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xmlns:a="http://schemas.openxmlformats.org/drawingml/2006/main">
              <a:ext uri="{FF2B5EF4-FFF2-40B4-BE49-F238E27FC236}">
                <a16:creationId xmlns:a16="http://schemas.microsoft.com/office/drawing/2014/main" id="{729911C2-384A-44A3-8359-798501FE2261}"/>
              </a:ext>
            </a:extLst>
          </p:cNvPr>
          <p:cNvSpPr>
            <a:spLocks xmlns:a="http://schemas.openxmlformats.org/drawingml/2006/main" noGrp="1"/>
          </p:cNvSpPr>
          <p:nvPr/>
        </p:nvSpPr>
        <p:spPr>
          <a:xfrm xmlns:a="http://schemas.openxmlformats.org/drawingml/2006/main">
            <a:off x="323850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9" name="par-ex1-text">
            <a:extLst xmlns:a="http://schemas.openxmlformats.org/drawingml/2006/main">
              <a:ext uri="{FF2B5EF4-FFF2-40B4-BE49-F238E27FC236}">
                <a16:creationId xmlns:a16="http://schemas.microsoft.com/office/drawing/2014/main" id="{85AE8BA3-6ABF-4E1E-B3B8-1521F8BA1D87}"/>
              </a:ext>
            </a:extLst>
          </p:cNvPr>
          <p:cNvSpPr>
            <a:spLocks xmlns:a="http://schemas.openxmlformats.org/drawingml/2006/main" noGrp="1"/>
          </p:cNvSpPr>
          <p:nvPr/>
        </p:nvSpPr>
        <p:spPr>
          <a:xfrm xmlns:a="http://schemas.openxmlformats.org/drawingml/2006/main">
            <a:off x="337185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xmlns:a="http://schemas.openxmlformats.org/drawingml/2006/main">
              <a:ext uri="{FF2B5EF4-FFF2-40B4-BE49-F238E27FC236}">
                <a16:creationId xmlns:a16="http://schemas.microsoft.com/office/drawing/2014/main" id="{EA53F6F4-54B5-4A91-83CE-157ADC33F3D3}"/>
              </a:ext>
            </a:extLst>
          </p:cNvPr>
          <p:cNvSpPr>
            <a:spLocks xmlns:a="http://schemas.openxmlformats.org/drawingml/2006/main" noGrp="1"/>
          </p:cNvSpPr>
          <p:nvPr/>
        </p:nvSpPr>
        <p:spPr>
          <a:xfrm xmlns:a="http://schemas.openxmlformats.org/drawingml/2006/main">
            <a:off x="5905500" y="238125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1" name="par-worker-0-text">
            <a:extLst xmlns:a="http://schemas.openxmlformats.org/drawingml/2006/main">
              <a:ext uri="{FF2B5EF4-FFF2-40B4-BE49-F238E27FC236}">
                <a16:creationId xmlns:a16="http://schemas.microsoft.com/office/drawing/2014/main" id="{084D576E-3C32-4EA8-BAE4-1C198FC87761}"/>
              </a:ext>
            </a:extLst>
          </p:cNvPr>
          <p:cNvSpPr>
            <a:spLocks xmlns:a="http://schemas.openxmlformats.org/drawingml/2006/main" noGrp="1"/>
          </p:cNvSpPr>
          <p:nvPr/>
        </p:nvSpPr>
        <p:spPr>
          <a:xfrm xmlns:a="http://schemas.openxmlformats.org/drawingml/2006/main">
            <a:off x="6038850" y="249555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xmlns:a="http://schemas.openxmlformats.org/drawingml/2006/main">
              <a:ext uri="{FF2B5EF4-FFF2-40B4-BE49-F238E27FC236}">
                <a16:creationId xmlns:a16="http://schemas.microsoft.com/office/drawing/2014/main" id="{A874F2D4-4AAC-4BC1-A0A6-DAA5EEAACF3F}"/>
              </a:ext>
            </a:extLst>
          </p:cNvPr>
          <p:cNvSpPr>
            <a:spLocks xmlns:a="http://schemas.openxmlformats.org/drawingml/2006/main" noGrp="1"/>
          </p:cNvSpPr>
          <p:nvPr/>
        </p:nvSpPr>
        <p:spPr>
          <a:xfrm xmlns:a="http://schemas.openxmlformats.org/drawingml/2006/main">
            <a:off x="5905500" y="3190875"/>
            <a:ext cx="1809750" cy="685800"/>
          </a:xfrm>
          <a:prstGeom xmlns:a="http://schemas.openxmlformats.org/drawingml/2006/main" prst="roundRect">
            <a:avLst>
              <a:gd name="adj" fmla="val 11111"/>
            </a:avLst>
          </a:prstGeom>
          <a:solidFill xmlns:a="http://schemas.openxmlformats.org/drawingml/2006/main">
            <a:srgbClr val="FFF3E4"/>
          </a:solidFill>
          <a:ln xmlns:a="http://schemas.openxmlformats.org/drawingml/2006/main" w="9525">
            <a:solidFill>
              <a:srgbClr val="D9E2EC"/>
            </a:solidFill>
            <a:prstDash val="solid"/>
          </a:ln>
        </p:spPr>
      </p:sp>
      <p:sp>
        <p:nvSpPr>
          <p:cNvPr id="13" name="par-worker-1-text">
            <a:extLst xmlns:a="http://schemas.openxmlformats.org/drawingml/2006/main">
              <a:ext uri="{FF2B5EF4-FFF2-40B4-BE49-F238E27FC236}">
                <a16:creationId xmlns:a16="http://schemas.microsoft.com/office/drawing/2014/main" id="{323F099D-6A6B-4CDA-8D79-C0B3065627A3}"/>
              </a:ext>
            </a:extLst>
          </p:cNvPr>
          <p:cNvSpPr>
            <a:spLocks xmlns:a="http://schemas.openxmlformats.org/drawingml/2006/main" noGrp="1"/>
          </p:cNvSpPr>
          <p:nvPr/>
        </p:nvSpPr>
        <p:spPr>
          <a:xfrm xmlns:a="http://schemas.openxmlformats.org/drawingml/2006/main">
            <a:off x="6038850" y="3305175"/>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xmlns:a="http://schemas.openxmlformats.org/drawingml/2006/main">
              <a:ext uri="{FF2B5EF4-FFF2-40B4-BE49-F238E27FC236}">
                <a16:creationId xmlns:a16="http://schemas.microsoft.com/office/drawing/2014/main" id="{DD868463-8608-489B-B0E8-4B0996977318}"/>
              </a:ext>
            </a:extLst>
          </p:cNvPr>
          <p:cNvSpPr>
            <a:spLocks xmlns:a="http://schemas.openxmlformats.org/drawingml/2006/main" noGrp="1"/>
          </p:cNvSpPr>
          <p:nvPr/>
        </p:nvSpPr>
        <p:spPr>
          <a:xfrm xmlns:a="http://schemas.openxmlformats.org/drawingml/2006/main">
            <a:off x="5905500" y="400050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5" name="par-worker-2-text">
            <a:extLst xmlns:a="http://schemas.openxmlformats.org/drawingml/2006/main">
              <a:ext uri="{FF2B5EF4-FFF2-40B4-BE49-F238E27FC236}">
                <a16:creationId xmlns:a16="http://schemas.microsoft.com/office/drawing/2014/main" id="{A691888E-C511-4B28-B99D-38BDB92CCB2E}"/>
              </a:ext>
            </a:extLst>
          </p:cNvPr>
          <p:cNvSpPr>
            <a:spLocks xmlns:a="http://schemas.openxmlformats.org/drawingml/2006/main" noGrp="1"/>
          </p:cNvSpPr>
          <p:nvPr/>
        </p:nvSpPr>
        <p:spPr>
          <a:xfrm xmlns:a="http://schemas.openxmlformats.org/drawingml/2006/main">
            <a:off x="6038850" y="411480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xmlns:a="http://schemas.openxmlformats.org/drawingml/2006/main">
              <a:ext uri="{FF2B5EF4-FFF2-40B4-BE49-F238E27FC236}">
                <a16:creationId xmlns:a16="http://schemas.microsoft.com/office/drawing/2014/main" id="{5795CF89-D832-45C7-AEF3-7286CCA33758}"/>
              </a:ext>
            </a:extLst>
          </p:cNvPr>
          <p:cNvSpPr>
            <a:spLocks xmlns:a="http://schemas.openxmlformats.org/drawingml/2006/main" noGrp="1"/>
          </p:cNvSpPr>
          <p:nvPr/>
        </p:nvSpPr>
        <p:spPr>
          <a:xfrm xmlns:a="http://schemas.openxmlformats.org/drawingml/2006/main">
            <a:off x="859155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17" name="par-ex2-text">
            <a:extLst xmlns:a="http://schemas.openxmlformats.org/drawingml/2006/main">
              <a:ext uri="{FF2B5EF4-FFF2-40B4-BE49-F238E27FC236}">
                <a16:creationId xmlns:a16="http://schemas.microsoft.com/office/drawing/2014/main" id="{A1D36930-27F2-4E78-BAE4-E00FB6A57BBC}"/>
              </a:ext>
            </a:extLst>
          </p:cNvPr>
          <p:cNvSpPr>
            <a:spLocks xmlns:a="http://schemas.openxmlformats.org/drawingml/2006/main" noGrp="1"/>
          </p:cNvSpPr>
          <p:nvPr/>
        </p:nvSpPr>
        <p:spPr>
          <a:xfrm xmlns:a="http://schemas.openxmlformats.org/drawingml/2006/main">
            <a:off x="872490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xmlns:a="http://schemas.openxmlformats.org/drawingml/2006/main">
              <a:ext uri="{FF2B5EF4-FFF2-40B4-BE49-F238E27FC236}">
                <a16:creationId xmlns:a16="http://schemas.microsoft.com/office/drawing/2014/main" id="{70C78CD3-C229-460A-9181-26A9FA0B0BA2}"/>
              </a:ext>
            </a:extLst>
          </p:cNvPr>
          <p:cNvSpPr>
            <a:spLocks xmlns:a="http://schemas.openxmlformats.org/drawingml/2006/main" noGrp="1"/>
          </p:cNvSpPr>
          <p:nvPr/>
        </p:nvSpPr>
        <p:spPr>
          <a:xfrm xmlns:a="http://schemas.openxmlformats.org/drawingml/2006/main">
            <a:off x="10763250" y="3190875"/>
            <a:ext cx="952500" cy="104775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9E2EC"/>
            </a:solidFill>
            <a:prstDash val="solid"/>
          </a:ln>
        </p:spPr>
      </p:sp>
      <p:sp>
        <p:nvSpPr>
          <p:cNvPr id="19" name="par-result-text">
            <a:extLst xmlns:a="http://schemas.openxmlformats.org/drawingml/2006/main">
              <a:ext uri="{FF2B5EF4-FFF2-40B4-BE49-F238E27FC236}">
                <a16:creationId xmlns:a16="http://schemas.microsoft.com/office/drawing/2014/main" id="{B49E4FDD-4860-4E3F-8553-ACB2434D4CE9}"/>
              </a:ext>
            </a:extLst>
          </p:cNvPr>
          <p:cNvSpPr>
            <a:spLocks xmlns:a="http://schemas.openxmlformats.org/drawingml/2006/main" noGrp="1"/>
          </p:cNvSpPr>
          <p:nvPr/>
        </p:nvSpPr>
        <p:spPr>
          <a:xfrm xmlns:a="http://schemas.openxmlformats.org/drawingml/2006/main">
            <a:off x="10896600" y="3305175"/>
            <a:ext cx="68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48" name=""/>
          <p:cNvCxnSpPr>
            <a:stCxn xmlns:a="http://schemas.openxmlformats.org/drawingml/2006/main" id="6" idx="3"/>
            <a:endCxn xmlns:a="http://schemas.openxmlformats.org/drawingml/2006/main" id="8" idx="1"/>
          </p:cNvCxnSpPr>
          <p:nvPr/>
        </p:nvCxnSpPr>
        <p:spPr>
          <a:xfrm xmlns:a="http://schemas.openxmlformats.org/drawingml/2006/main">
            <a:off x="2533650" y="3714750"/>
            <a:ext cx="7048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8" idx="3"/>
            <a:endCxn xmlns:a="http://schemas.openxmlformats.org/drawingml/2006/main" id="10" idx="1"/>
          </p:cNvCxnSpPr>
          <p:nvPr/>
        </p:nvCxnSpPr>
        <p:spPr>
          <a:xfrm xmlns:a="http://schemas.openxmlformats.org/drawingml/2006/main" flipV="1">
            <a:off x="4953000" y="2724150"/>
            <a:ext cx="9525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3"/>
            <a:endCxn xmlns:a="http://schemas.openxmlformats.org/drawingml/2006/main" id="16" idx="1"/>
          </p:cNvCxnSpPr>
          <p:nvPr/>
        </p:nvCxnSpPr>
        <p:spPr>
          <a:xfrm xmlns:a="http://schemas.openxmlformats.org/drawingml/2006/main">
            <a:off x="7715250" y="2724150"/>
            <a:ext cx="8763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1" name=""/>
          <p:cNvCxnSpPr>
            <a:stCxn xmlns:a="http://schemas.openxmlformats.org/drawingml/2006/main" id="8" idx="3"/>
            <a:endCxn xmlns:a="http://schemas.openxmlformats.org/drawingml/2006/main" id="12" idx="1"/>
          </p:cNvCxnSpPr>
          <p:nvPr/>
        </p:nvCxnSpPr>
        <p:spPr>
          <a:xfrm xmlns:a="http://schemas.openxmlformats.org/drawingml/2006/main" flipV="1">
            <a:off x="4953000" y="3533775"/>
            <a:ext cx="9525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2" name=""/>
          <p:cNvCxnSpPr>
            <a:stCxn xmlns:a="http://schemas.openxmlformats.org/drawingml/2006/main" id="12" idx="3"/>
            <a:endCxn xmlns:a="http://schemas.openxmlformats.org/drawingml/2006/main" id="16" idx="1"/>
          </p:cNvCxnSpPr>
          <p:nvPr/>
        </p:nvCxnSpPr>
        <p:spPr>
          <a:xfrm xmlns:a="http://schemas.openxmlformats.org/drawingml/2006/main">
            <a:off x="7715250" y="3533775"/>
            <a:ext cx="8763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3" name=""/>
          <p:cNvCxnSpPr>
            <a:stCxn xmlns:a="http://schemas.openxmlformats.org/drawingml/2006/main" id="8" idx="3"/>
            <a:endCxn xmlns:a="http://schemas.openxmlformats.org/drawingml/2006/main" id="14" idx="1"/>
          </p:cNvCxnSpPr>
          <p:nvPr/>
        </p:nvCxnSpPr>
        <p:spPr>
          <a:xfrm xmlns:a="http://schemas.openxmlformats.org/drawingml/2006/main">
            <a:off x="4953000" y="3714750"/>
            <a:ext cx="9525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4" name=""/>
          <p:cNvCxnSpPr>
            <a:stCxn xmlns:a="http://schemas.openxmlformats.org/drawingml/2006/main" id="14" idx="3"/>
            <a:endCxn xmlns:a="http://schemas.openxmlformats.org/drawingml/2006/main" id="16" idx="1"/>
          </p:cNvCxnSpPr>
          <p:nvPr/>
        </p:nvCxnSpPr>
        <p:spPr>
          <a:xfrm xmlns:a="http://schemas.openxmlformats.org/drawingml/2006/main" flipV="1">
            <a:off x="7715250" y="3714750"/>
            <a:ext cx="8763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5" name=""/>
          <p:cNvCxnSpPr>
            <a:stCxn xmlns:a="http://schemas.openxmlformats.org/drawingml/2006/main" id="16" idx="3"/>
            <a:endCxn xmlns:a="http://schemas.openxmlformats.org/drawingml/2006/main" id="18" idx="1"/>
          </p:cNvCxnSpPr>
          <p:nvPr/>
        </p:nvCxnSpPr>
        <p:spPr>
          <a:xfrm xmlns:a="http://schemas.openxmlformats.org/drawingml/2006/main">
            <a:off x="10306050" y="3714750"/>
            <a:ext cx="457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8" name="par-caption">
            <a:extLst xmlns:a="http://schemas.openxmlformats.org/drawingml/2006/main">
              <a:ext uri="{FF2B5EF4-FFF2-40B4-BE49-F238E27FC236}">
                <a16:creationId xmlns:a16="http://schemas.microsoft.com/office/drawing/2014/main" id="{B1493785-CB6A-4931-8090-5A092E186D10}"/>
              </a:ext>
            </a:extLst>
          </p:cNvPr>
          <p:cNvSpPr>
            <a:spLocks xmlns:a="http://schemas.openxmlformats.org/drawingml/2006/main" noGrp="1"/>
          </p:cNvSpPr>
          <p:nvPr/>
        </p:nvSpPr>
        <p:spPr>
          <a:xfrm xmlns:a="http://schemas.openxmlformats.org/drawingml/2006/main">
            <a:off x="1828800" y="52197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798"/>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sld>
</file>

<file path=ppt/slides/slide3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E222C32-400F-4971-8C74-D86BF514FA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A115889-E8BB-4AEC-B328-CE7B5A81FC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xmlns:a="http://schemas.openxmlformats.org/drawingml/2006/main">
              <a:ext uri="{FF2B5EF4-FFF2-40B4-BE49-F238E27FC236}">
                <a16:creationId xmlns:a16="http://schemas.microsoft.com/office/drawing/2014/main" id="{5DA8EF09-F184-43ED-80A1-A73EA45FBBE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4641B53-6C4B-442E-93A7-7F04717FF8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EB24C4-C80B-49F8-BC9D-DF767792C6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94</a:t>
            </a:r>
          </a:p>
        </p:txBody>
      </p:sp>
      <p:sp>
        <p:nvSpPr>
          <p:cNvPr id="6" name="lead">
            <a:extLst xmlns:a="http://schemas.openxmlformats.org/drawingml/2006/main">
              <a:ext uri="{FF2B5EF4-FFF2-40B4-BE49-F238E27FC236}">
                <a16:creationId xmlns:a16="http://schemas.microsoft.com/office/drawing/2014/main" id="{63216E2B-3843-465A-8CDD-BAD4CC1DFE8E}"/>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xmlns:a="http://schemas.openxmlformats.org/drawingml/2006/main">
              <a:ext uri="{FF2B5EF4-FFF2-40B4-BE49-F238E27FC236}">
                <a16:creationId xmlns:a16="http://schemas.microsoft.com/office/drawing/2014/main" id="{D55FED95-F329-47E2-9090-74EB6E6241E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DB82BDF-36AD-437C-A1B3-ECCDBB76B24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sld>
</file>

<file path=ppt/slides/slide3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C05A4C2-8F94-494E-B2B0-99BD126B873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584F2807-853F-4DF3-8274-BB396F681F2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xmlns:a="http://schemas.openxmlformats.org/drawingml/2006/main">
              <a:ext uri="{FF2B5EF4-FFF2-40B4-BE49-F238E27FC236}">
                <a16:creationId xmlns:a16="http://schemas.microsoft.com/office/drawing/2014/main" id="{B825F200-5E27-4789-9EF5-509E08358E3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B4A0AA-DC28-4DF0-9F32-71DE6C85B2E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0CE807A-3717-4B0E-AABA-D805928628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94</a:t>
            </a:r>
          </a:p>
        </p:txBody>
      </p:sp>
      <p:sp>
        <p:nvSpPr>
          <p:cNvPr id="6" name="left-title">
            <a:extLst xmlns:a="http://schemas.openxmlformats.org/drawingml/2006/main">
              <a:ext uri="{FF2B5EF4-FFF2-40B4-BE49-F238E27FC236}">
                <a16:creationId xmlns:a16="http://schemas.microsoft.com/office/drawing/2014/main" id="{CCCA48D8-C0F4-4F0C-945E-26719EF7F0C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xmlns:a="http://schemas.openxmlformats.org/drawingml/2006/main">
              <a:ext uri="{FF2B5EF4-FFF2-40B4-BE49-F238E27FC236}">
                <a16:creationId xmlns:a16="http://schemas.microsoft.com/office/drawing/2014/main" id="{16981B79-1267-4800-AB46-B48137A3ED32}"/>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xmlns:a="http://schemas.openxmlformats.org/drawingml/2006/main">
              <a:ext uri="{FF2B5EF4-FFF2-40B4-BE49-F238E27FC236}">
                <a16:creationId xmlns:a16="http://schemas.microsoft.com/office/drawing/2014/main" id="{3A59C1B1-1172-4C4C-B70D-2E0F8943D4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A1C45C-BE98-4811-961C-910D63E52E2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xmlns:a="http://schemas.openxmlformats.org/drawingml/2006/main">
              <a:ext uri="{FF2B5EF4-FFF2-40B4-BE49-F238E27FC236}">
                <a16:creationId xmlns:a16="http://schemas.microsoft.com/office/drawing/2014/main" id="{4702991C-27A0-46FA-B650-CB938F654A4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xmlns:a="http://schemas.openxmlformats.org/drawingml/2006/main">
              <a:ext uri="{FF2B5EF4-FFF2-40B4-BE49-F238E27FC236}">
                <a16:creationId xmlns:a16="http://schemas.microsoft.com/office/drawing/2014/main" id="{BFBF920E-F360-415B-AB35-7C9263B0783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120A7AE-24A8-40DC-8FDA-F193BBF1809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sld>
</file>

<file path=ppt/slides/slide3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D7BF00F-BDE4-42DD-AF68-9A561F23F9B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4B6740B-140E-4777-A499-130908D4B42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xmlns:a="http://schemas.openxmlformats.org/drawingml/2006/main">
              <a:ext uri="{FF2B5EF4-FFF2-40B4-BE49-F238E27FC236}">
                <a16:creationId xmlns:a16="http://schemas.microsoft.com/office/drawing/2014/main" id="{3A65B89E-0338-4EFD-AAE5-2647B681B3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8F2C4C-C0E3-4FE9-B695-11C75DEADD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024DA0A-95D8-41F9-A9BC-3C8073389AF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94</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Version / CL</a:t>
                      </a:r>
                    </a:p>
                  </a:txBody>
                  <a:tcPr marL="91440" marR="91440" marT="45720" marB="45720">
                    <a:solidFill>
                      <a:srgbClr val="0B1F33"/>
                    </a:solidFill>
                  </a:tcPr>
                </a:tc>
                <a:tc>
                  <a:txBody>
                    <a:bodyPr/>
                    <a:lstStyle/>
                    <a:p>
                      <a:r>
                        <a:rPr sz="1400" b="1">
                          <a:solidFill>
                            <a:srgbClr val="FFFFFF"/>
                          </a:solidFill>
                          <a:latin typeface="Aptos"/>
                          <a:ea typeface="Aptos"/>
                          <a:cs typeface="Aptos"/>
                        </a:rPr>
                        <a:t>Beispiele</a:t>
                      </a:r>
                    </a:p>
                  </a:txBody>
                  <a:tcPr marL="91440" marR="91440" marT="45720" marB="45720">
                    <a:solidFill>
                      <a:srgbClr val="0B1F33"/>
                    </a:solidFill>
                  </a:tcPr>
                </a:tc>
                <a:tc>
                  <a:txBody>
                    <a:bodyPr/>
                    <a:lstStyle/>
                    <a:p>
                      <a:r>
                        <a:rPr sz="1400" b="1">
                          <a:solidFill>
                            <a:srgbClr val="FFFFFF"/>
                          </a:solidFill>
                          <a:latin typeface="Aptos"/>
                          <a:ea typeface="Aptos"/>
                          <a:cs typeface="Aptos"/>
                        </a:rPr>
                        <a:t>zusätzliche Voraussetzungen</a:t>
                      </a:r>
                    </a:p>
                  </a:txBody>
                  <a:tcPr marL="91440" marR="91440" marT="45720" marB="45720">
                    <a:solidFill>
                      <a:srgbClr val="0B1F33"/>
                    </a:solidFill>
                  </a:tcPr>
                </a:tc>
              </a:tr>
              <a:tr h="704850">
                <a:tc>
                  <a:txBody>
                    <a:bodyPr>
                      <a:normAutofit/>
                    </a:bodyPr>
                    <a:lstStyle/>
                    <a:p>
                      <a:r>
                        <a:rPr sz="1200">
                          <a:solidFill>
                            <a:srgbClr val="243B53"/>
                          </a:solidFill>
                          <a:latin typeface="Aptos"/>
                          <a:ea typeface="Aptos"/>
                          <a:cs typeface="Aptos"/>
                        </a:rPr>
                        <a:t>2019 / CL 150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Batch Mode on Rowstore; Scalar UDF Inlining; Table Variable Deferred Compilation; Row-Mode-MGF</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Query-/Feature-Eligibility; DB-scoped Configs</a:t>
                      </a:r>
                    </a:p>
                  </a:txBody>
                  <a:tcPr marL="91440" marR="91440" marT="45720" marB="45720">
                    <a:solidFill>
                      <a:srgbClr val="FFFFFF"/>
                    </a:solidFill>
                  </a:tcPr>
                </a:tc>
              </a:tr>
              <a:tr h="704850">
                <a:tc>
                  <a:txBody>
                    <a:bodyPr>
                      <a:normAutofit/>
                    </a:bodyPr>
                    <a:lstStyle/>
                    <a:p>
                      <a:r>
                        <a:rPr sz="1200">
                          <a:solidFill>
                            <a:srgbClr val="243B53"/>
                          </a:solidFill>
                          <a:latin typeface="Aptos"/>
                          <a:ea typeface="Aptos"/>
                          <a:cs typeface="Aptos"/>
                        </a:rPr>
                        <a:t>2022 / CL 140–160</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CL 140: MGF-Persistenz/Perzentil; CL 160: PSP, CE- und DOP-Feedback</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Query Store READ_WRITE für Feedback und Persistenz</a:t>
                      </a:r>
                    </a:p>
                  </a:txBody>
                  <a:tcPr marL="91440" marR="91440" marT="45720" marB="45720">
                    <a:solidFill>
                      <a:srgbClr val="EDF2F7"/>
                    </a:solidFill>
                  </a:tcPr>
                </a:tc>
              </a:tr>
              <a:tr h="704850">
                <a:tc>
                  <a:txBody>
                    <a:bodyPr>
                      <a:normAutofit/>
                    </a:bodyPr>
                    <a:lstStyle/>
                    <a:p>
                      <a:r>
                        <a:rPr sz="1200">
                          <a:solidFill>
                            <a:srgbClr val="243B53"/>
                          </a:solidFill>
                          <a:latin typeface="Aptos"/>
                          <a:ea typeface="Aptos"/>
                          <a:cs typeface="Aptos"/>
                        </a:rPr>
                        <a:t>2025 / CL 160–170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CL 160: CE-Feedback für Ausdrücke; CL 170: OPPO</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OPPO-Konfiguration ON; Eligibility je Query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152912073"/>
      </p:ext>
    </p:extLst>
  </p:cSld>
</p:sld>
</file>

<file path=ppt/slides/slide35.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8653666-71E5-4CE0-8812-ED55439045E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xmlns:a="http://schemas.openxmlformats.org/drawingml/2006/main">
              <a:ext uri="{FF2B5EF4-FFF2-40B4-BE49-F238E27FC236}">
                <a16:creationId xmlns:a16="http://schemas.microsoft.com/office/drawing/2014/main" id="{30566BED-1815-4A8F-80AD-156D8FC6BF32}"/>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xmlns:a="http://schemas.openxmlformats.org/drawingml/2006/main">
              <a:ext uri="{FF2B5EF4-FFF2-40B4-BE49-F238E27FC236}">
                <a16:creationId xmlns:a16="http://schemas.microsoft.com/office/drawing/2014/main" id="{88361225-A8E7-43F6-8B8B-CB66A392FE50}"/>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AC1F9EDE-BF18-4206-9E8B-5FA70BAE4DA3}"/>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65AE3B8-97E8-4D6E-B261-547B632BADEA}"/>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xmlns:a="http://schemas.openxmlformats.org/drawingml/2006/main">
              <a:ext uri="{FF2B5EF4-FFF2-40B4-BE49-F238E27FC236}">
                <a16:creationId xmlns:a16="http://schemas.microsoft.com/office/drawing/2014/main" id="{994D3DE5-AB53-410E-957E-72CD2B71613C}"/>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8456757-9840-4F84-8579-4D6F4EFA007C}"/>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xmlns:a="http://schemas.openxmlformats.org/drawingml/2006/main">
              <a:ext uri="{FF2B5EF4-FFF2-40B4-BE49-F238E27FC236}">
                <a16:creationId xmlns:a16="http://schemas.microsoft.com/office/drawing/2014/main" id="{5261AE5F-4BBC-4DCA-83D3-1316A3C94CCB}"/>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41BD706-2F62-40BA-A644-8833FDE17256}"/>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xmlns:a="http://schemas.openxmlformats.org/drawingml/2006/main">
              <a:ext uri="{FF2B5EF4-FFF2-40B4-BE49-F238E27FC236}">
                <a16:creationId xmlns:a16="http://schemas.microsoft.com/office/drawing/2014/main" id="{7D6068E1-F7C3-4009-9ED4-7698546D50A5}"/>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40DDD7AD-EDDC-4C41-8D4F-78E14F6CEBEA}"/>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xmlns:a="http://schemas.openxmlformats.org/drawingml/2006/main">
              <a:ext uri="{FF2B5EF4-FFF2-40B4-BE49-F238E27FC236}">
                <a16:creationId xmlns:a16="http://schemas.microsoft.com/office/drawing/2014/main" id="{214E1337-7CE2-467A-AE0B-C1ADECC125B3}"/>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94</a:t>
            </a:r>
          </a:p>
        </p:txBody>
      </p:sp>
    </p:spTree>
    <p:extLst>
      <p:ext uri="{BB962C8B-B14F-4D97-AF65-F5344CB8AC3E}">
        <p14:creationId xmlns:p14="http://schemas.microsoft.com/office/powerpoint/2010/main" val="1300978304"/>
      </p:ext>
    </p:extLst>
  </p:cSld>
</p:sld>
</file>

<file path=ppt/slides/slide36.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9C4A880-5ED6-40A8-B350-B31CCBA6097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xmlns:a="http://schemas.openxmlformats.org/drawingml/2006/main">
              <a:ext uri="{FF2B5EF4-FFF2-40B4-BE49-F238E27FC236}">
                <a16:creationId xmlns:a16="http://schemas.microsoft.com/office/drawing/2014/main" id="{44940723-1C2C-430D-B094-A0C2147AC0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24C2822-C929-4C49-9C9C-38037C730A8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xmlns:a="http://schemas.openxmlformats.org/drawingml/2006/main">
              <a:ext uri="{FF2B5EF4-FFF2-40B4-BE49-F238E27FC236}">
                <a16:creationId xmlns:a16="http://schemas.microsoft.com/office/drawing/2014/main" id="{0B7FE5A0-7CC0-4E71-ACA7-08C1EB16A4C6}"/>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xmlns:a="http://schemas.openxmlformats.org/drawingml/2006/main">
              <a:ext uri="{FF2B5EF4-FFF2-40B4-BE49-F238E27FC236}">
                <a16:creationId xmlns:a16="http://schemas.microsoft.com/office/drawing/2014/main" id="{DCFA4FD3-8C9B-44B3-AE3F-5A66A6D7C8B7}"/>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sld>
</file>

<file path=ppt/slides/slide3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B634BA2-04FF-48AA-9E4D-069E15371A5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343DC88-FE14-42CF-909A-289BAFD940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xmlns:a="http://schemas.openxmlformats.org/drawingml/2006/main">
              <a:ext uri="{FF2B5EF4-FFF2-40B4-BE49-F238E27FC236}">
                <a16:creationId xmlns:a16="http://schemas.microsoft.com/office/drawing/2014/main" id="{D7A8AD02-1894-4CBE-9BFA-436935FBFC6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5FA08E-4A75-4E4F-8D0B-F1E10AFC44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FB0D76-BF64-47D8-8046-0C2B0A01A17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94</a:t>
            </a:r>
          </a:p>
        </p:txBody>
      </p:sp>
      <p:sp>
        <p:nvSpPr>
          <p:cNvPr id="6" name="bad-label">
            <a:extLst xmlns:a="http://schemas.openxmlformats.org/drawingml/2006/main">
              <a:ext uri="{FF2B5EF4-FFF2-40B4-BE49-F238E27FC236}">
                <a16:creationId xmlns:a16="http://schemas.microsoft.com/office/drawing/2014/main" id="{043BC21B-806D-4135-984A-463D99ABE224}"/>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1905E72D-88C5-48DA-AA55-9CB83A2FE5BE}"/>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9390437C-C287-4ED2-B132-E243DAC6389C}"/>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xmlns:a="http://schemas.openxmlformats.org/drawingml/2006/main">
              <a:ext uri="{FF2B5EF4-FFF2-40B4-BE49-F238E27FC236}">
                <a16:creationId xmlns:a16="http://schemas.microsoft.com/office/drawing/2014/main" id="{82BB084B-E574-45C4-8141-BC1D182850AB}"/>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60E98318-3AC2-4C2A-98EE-231CE4AACA14}"/>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10C56CEA-C9F8-4AA7-8F93-EF6B11308C52}"/>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xmlns:a="http://schemas.openxmlformats.org/drawingml/2006/main">
              <a:ext uri="{FF2B5EF4-FFF2-40B4-BE49-F238E27FC236}">
                <a16:creationId xmlns:a16="http://schemas.microsoft.com/office/drawing/2014/main" id="{1435D143-8561-4C80-BE9C-9A6BD7302B39}"/>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sld>
</file>

<file path=ppt/slides/slide3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408DFA5-325F-4087-ABA4-38EB2DEEE8A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343219B-8A24-4009-94A0-6A3DC19893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xmlns:a="http://schemas.openxmlformats.org/drawingml/2006/main">
              <a:ext uri="{FF2B5EF4-FFF2-40B4-BE49-F238E27FC236}">
                <a16:creationId xmlns:a16="http://schemas.microsoft.com/office/drawing/2014/main" id="{F136CFCE-1B95-4DC0-B77B-021077C5219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F155820-E2ED-4144-95DA-921F3D80E95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034E97-B3C1-4B0B-83D4-B764D57A2F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94</a:t>
            </a:r>
          </a:p>
        </p:txBody>
      </p:sp>
      <p:sp>
        <p:nvSpPr>
          <p:cNvPr id="6" name="left-title">
            <a:extLst xmlns:a="http://schemas.openxmlformats.org/drawingml/2006/main">
              <a:ext uri="{FF2B5EF4-FFF2-40B4-BE49-F238E27FC236}">
                <a16:creationId xmlns:a16="http://schemas.microsoft.com/office/drawing/2014/main" id="{4B1B8859-2DEA-42CB-A1DF-EFB57B9F7B6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xmlns:a="http://schemas.openxmlformats.org/drawingml/2006/main">
              <a:ext uri="{FF2B5EF4-FFF2-40B4-BE49-F238E27FC236}">
                <a16:creationId xmlns:a16="http://schemas.microsoft.com/office/drawing/2014/main" id="{1E255F50-804D-4BAE-BE4B-625ADB9730B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xmlns:a="http://schemas.openxmlformats.org/drawingml/2006/main">
              <a:ext uri="{FF2B5EF4-FFF2-40B4-BE49-F238E27FC236}">
                <a16:creationId xmlns:a16="http://schemas.microsoft.com/office/drawing/2014/main" id="{9FF10BB4-2DED-41E6-858F-482895101EF7}"/>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9F60D6D-F3D5-4653-BD62-367A6AE3C1F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xmlns:a="http://schemas.openxmlformats.org/drawingml/2006/main">
              <a:ext uri="{FF2B5EF4-FFF2-40B4-BE49-F238E27FC236}">
                <a16:creationId xmlns:a16="http://schemas.microsoft.com/office/drawing/2014/main" id="{B2CE8EFB-9CC7-48B0-B5A1-5C92F88A114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xmlns:a="http://schemas.openxmlformats.org/drawingml/2006/main">
              <a:ext uri="{FF2B5EF4-FFF2-40B4-BE49-F238E27FC236}">
                <a16:creationId xmlns:a16="http://schemas.microsoft.com/office/drawing/2014/main" id="{DB778CF3-06DD-4D7A-9122-9FCCC7A9336C}"/>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8892F92-1F1B-43FA-87F3-76E7441429C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sld>
</file>

<file path=ppt/slides/slide3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860D52F-EC18-4C3F-9D59-EA79F436B1E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E8BE10-528C-40A2-A03D-4E588C8E90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xmlns:a="http://schemas.openxmlformats.org/drawingml/2006/main">
              <a:ext uri="{FF2B5EF4-FFF2-40B4-BE49-F238E27FC236}">
                <a16:creationId xmlns:a16="http://schemas.microsoft.com/office/drawing/2014/main" id="{3C7A979E-C1FA-48FB-B04F-512CE1DC42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956BE6E-035F-4A16-98D2-72B28A2D63C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CA678E0-2414-409C-9D2D-C9A1E58C39F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94</a:t>
            </a:r>
          </a:p>
        </p:txBody>
      </p:sp>
      <p:sp>
        <p:nvSpPr>
          <p:cNvPr id="6" name="bad-label">
            <a:extLst xmlns:a="http://schemas.openxmlformats.org/drawingml/2006/main">
              <a:ext uri="{FF2B5EF4-FFF2-40B4-BE49-F238E27FC236}">
                <a16:creationId xmlns:a16="http://schemas.microsoft.com/office/drawing/2014/main" id="{B9E9FEE7-A217-4691-95A8-F2EAA1417F3B}"/>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8BAA2FA0-4B95-4C1A-8596-E318CCD132E1}"/>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18D04D14-8AEF-404E-ABC4-C4223047808B}"/>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xmlns:a="http://schemas.openxmlformats.org/drawingml/2006/main">
              <a:ext uri="{FF2B5EF4-FFF2-40B4-BE49-F238E27FC236}">
                <a16:creationId xmlns:a16="http://schemas.microsoft.com/office/drawing/2014/main" id="{C72835AC-E14D-4B86-8FEA-15E2A6918AAE}"/>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F75A8646-5D50-4C2B-A50E-99997A81F199}"/>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728949F2-5844-4284-8C33-D6ACDB9B79A1}"/>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@From</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xmlns:a="http://schemas.openxmlformats.org/drawingml/2006/main">
              <a:ext uri="{FF2B5EF4-FFF2-40B4-BE49-F238E27FC236}">
                <a16:creationId xmlns:a16="http://schemas.microsoft.com/office/drawing/2014/main" id="{003FE4F2-ABF8-4D79-9211-C084A7DC4C0D}"/>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sld>
</file>

<file path=ppt/slides/slide4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993E43C-F304-4E8D-BC5D-626F700348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390F30-BEBA-4340-9CB9-7D4E973137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xmlns:a="http://schemas.openxmlformats.org/drawingml/2006/main">
              <a:ext uri="{FF2B5EF4-FFF2-40B4-BE49-F238E27FC236}">
                <a16:creationId xmlns:a16="http://schemas.microsoft.com/office/drawing/2014/main" id="{5EA694E9-4D56-4969-A3F6-37947FDEA69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E44F11E-B426-4031-A7B3-66AF0CB363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54E8F9-5AAD-400F-9FAE-71F47A2B534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94</a:t>
            </a:r>
          </a:p>
        </p:txBody>
      </p:sp>
      <p:sp>
        <p:nvSpPr>
          <p:cNvPr id="6" name="left-title">
            <a:extLst xmlns:a="http://schemas.openxmlformats.org/drawingml/2006/main">
              <a:ext uri="{FF2B5EF4-FFF2-40B4-BE49-F238E27FC236}">
                <a16:creationId xmlns:a16="http://schemas.microsoft.com/office/drawing/2014/main" id="{444C9187-4BEA-436A-8671-6E8A3DA86E4F}"/>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xmlns:a="http://schemas.openxmlformats.org/drawingml/2006/main">
              <a:ext uri="{FF2B5EF4-FFF2-40B4-BE49-F238E27FC236}">
                <a16:creationId xmlns:a16="http://schemas.microsoft.com/office/drawing/2014/main" id="{32D84F2D-1A1A-4363-ABDB-3C5D5E6BE1D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xmlns:a="http://schemas.openxmlformats.org/drawingml/2006/main">
              <a:ext uri="{FF2B5EF4-FFF2-40B4-BE49-F238E27FC236}">
                <a16:creationId xmlns:a16="http://schemas.microsoft.com/office/drawing/2014/main" id="{0F8A3406-3017-4BB9-8141-CC70D528321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DB91CB32-E66F-4298-B968-AF784DB5B0A2}"/>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xmlns:a="http://schemas.openxmlformats.org/drawingml/2006/main">
              <a:ext uri="{FF2B5EF4-FFF2-40B4-BE49-F238E27FC236}">
                <a16:creationId xmlns:a16="http://schemas.microsoft.com/office/drawing/2014/main" id="{6E5A29D8-C16E-4EFA-8135-1F0112BDB8D8}"/>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xmlns:a="http://schemas.openxmlformats.org/drawingml/2006/main">
              <a:ext uri="{FF2B5EF4-FFF2-40B4-BE49-F238E27FC236}">
                <a16:creationId xmlns:a16="http://schemas.microsoft.com/office/drawing/2014/main" id="{C59B679E-664B-4DF6-A20A-952A4C2278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EF8F979-57C8-4A09-ADBD-653453189C8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sld>
</file>

<file path=ppt/slides/slide4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69B3DD-2737-41F9-9FE1-B5012807E59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58154DD-E08E-40D8-B0FC-1063EDB55EF0}"/>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32"/>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xmlns:a="http://schemas.openxmlformats.org/drawingml/2006/main">
              <a:ext uri="{FF2B5EF4-FFF2-40B4-BE49-F238E27FC236}">
                <a16:creationId xmlns:a16="http://schemas.microsoft.com/office/drawing/2014/main" id="{80E600C7-33C3-4379-8C40-B870CC07726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462FE3F-C400-4819-913F-9224A154A1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DD801D5-CDF0-48CC-B053-FB6B394CECB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94</a:t>
            </a:r>
          </a:p>
        </p:txBody>
      </p:sp>
      <p:sp>
        <p:nvSpPr>
          <p:cNvPr id="6" name="lead">
            <a:extLst xmlns:a="http://schemas.openxmlformats.org/drawingml/2006/main">
              <a:ext uri="{FF2B5EF4-FFF2-40B4-BE49-F238E27FC236}">
                <a16:creationId xmlns:a16="http://schemas.microsoft.com/office/drawing/2014/main" id="{554C448B-F9DE-4FA8-8482-F558E3998CC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xmlns:a="http://schemas.openxmlformats.org/drawingml/2006/main">
              <a:ext uri="{FF2B5EF4-FFF2-40B4-BE49-F238E27FC236}">
                <a16:creationId xmlns:a16="http://schemas.microsoft.com/office/drawing/2014/main" id="{EC7111C4-83F2-430B-8F76-4418D727A7F8}"/>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EF64665-C41B-43EC-923A-05A572EF154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sld>
</file>

<file path=ppt/slides/slide4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FAB78BF-526B-46D0-B3FE-8FFC4851F58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965E804C-62E0-4E14-81F1-956F56F6EA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xmlns:a="http://schemas.openxmlformats.org/drawingml/2006/main">
              <a:ext uri="{FF2B5EF4-FFF2-40B4-BE49-F238E27FC236}">
                <a16:creationId xmlns:a16="http://schemas.microsoft.com/office/drawing/2014/main" id="{AE933AAB-96B7-4C19-8EA3-FD73C883464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4232FD0-7BD5-497A-ADDB-7C430D90F9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36BBA92-95FA-4285-B261-1024D499A52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94</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Eigenschaft</a:t>
                      </a:r>
                    </a:p>
                  </a:txBody>
                  <a:tcPr marL="91440" marR="91440" marT="45720" marB="45720">
                    <a:solidFill>
                      <a:srgbClr val="0B1F33"/>
                    </a:solidFill>
                  </a:tcPr>
                </a:tc>
                <a:tc>
                  <a:txBody>
                    <a:bodyPr/>
                    <a:lstStyle/>
                    <a:p>
                      <a:r>
                        <a:rPr sz="1400" b="1">
                          <a:solidFill>
                            <a:srgbClr val="FFFFFF"/>
                          </a:solidFill>
                          <a:latin typeface="Aptos"/>
                          <a:ea typeface="Aptos"/>
                          <a:cs typeface="Aptos"/>
                        </a:rPr>
                        <a:t>#Temp Table</a:t>
                      </a:r>
                    </a:p>
                  </a:txBody>
                  <a:tcPr marL="91440" marR="91440" marT="45720" marB="45720">
                    <a:solidFill>
                      <a:srgbClr val="0B1F33"/>
                    </a:solidFill>
                  </a:tcPr>
                </a:tc>
                <a:tc>
                  <a:txBody>
                    <a:bodyPr/>
                    <a:lstStyle/>
                    <a:p>
                      <a:r>
                        <a:rPr sz="1400" b="1">
                          <a:solidFill>
                            <a:srgbClr val="FFFFFF"/>
                          </a:solidFill>
                          <a:latin typeface="Aptos"/>
                          <a:ea typeface="Aptos"/>
                          <a:cs typeface="Aptos"/>
                        </a:rPr>
                        <a:t>@Table Variable</a:t>
                      </a:r>
                    </a:p>
                  </a:txBody>
                  <a:tcPr marL="91440" marR="91440" marT="45720" marB="45720">
                    <a:solidFill>
                      <a:srgbClr val="0B1F33"/>
                    </a:solidFill>
                  </a:tcPr>
                </a:tc>
              </a:tr>
              <a:tr h="704850">
                <a:tc>
                  <a:txBody>
                    <a:bodyPr>
                      <a:normAutofit/>
                    </a:bodyPr>
                    <a:lstStyle/>
                    <a:p>
                      <a:r>
                        <a:rPr sz="1230">
                          <a:solidFill>
                            <a:srgbClr val="243B53"/>
                          </a:solidFill>
                          <a:latin typeface="Aptos"/>
                          <a:ea typeface="Aptos"/>
                          <a:cs typeface="Aptos"/>
                        </a:rPr>
                        <a:t>Statistiken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Spaltenstatistiken und Histogramme möglich</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keine klassischen Spaltenstatistiken oder Histogramme</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Erstkompilierung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nach Befüllungsphase oder Recompile mit aktueller Kardinalität möglich</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ab CL 150: Zeilenzahl bei erster Kompilierung</a:t>
                      </a:r>
                    </a:p>
                  </a:txBody>
                  <a:tcPr marL="91440" marR="91440" marT="45720" marB="45720">
                    <a:solidFill>
                      <a:srgbClr val="EDF2F7"/>
                    </a:solidFill>
                  </a:tcPr>
                </a:tc>
              </a:tr>
              <a:tr h="704850">
                <a:tc>
                  <a:txBody>
                    <a:bodyPr>
                      <a:normAutofit/>
                    </a:bodyPr>
                    <a:lstStyle/>
                    <a:p>
                      <a:r>
                        <a:rPr sz="1230">
                          <a:solidFill>
                            <a:srgbClr val="243B53"/>
                          </a:solidFill>
                          <a:latin typeface="Aptos"/>
                          <a:ea typeface="Aptos"/>
                          <a:cs typeface="Aptos"/>
                        </a:rPr>
                        <a:t>Planwiederverwendung</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Statistik- oder Schemaänderung kann Recompile auslösen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Plan kann auf erster Zeilenzahl beruhen; Verteilung bleibt unsichtbar</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Entscheidung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bei schwankender Menge oder verteilungsabhängiger Optimierung prüfen</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nicht pauschal „klein“; Plan und Messung entscheiden</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772808604"/>
      </p:ext>
    </p:extLst>
  </p:cSld>
</p:sld>
</file>

<file path=ppt/slides/slide4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A76BCB8-FA34-473A-8575-89F0A139191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D82EDB75-7E75-4CD1-AA0E-9484AF7BE9D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xmlns:a="http://schemas.openxmlformats.org/drawingml/2006/main">
              <a:ext uri="{FF2B5EF4-FFF2-40B4-BE49-F238E27FC236}">
                <a16:creationId xmlns:a16="http://schemas.microsoft.com/office/drawing/2014/main" id="{DFCE9B76-E04B-4C3F-8159-3BC04169424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84BFC0E-637B-4F86-B7F7-5EE70577450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B4E9EB-CA41-428C-8BB0-FD5E9097C7D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94</a:t>
            </a:r>
          </a:p>
        </p:txBody>
      </p:sp>
      <p:sp>
        <p:nvSpPr>
          <p:cNvPr id="6" name="left-title">
            <a:extLst xmlns:a="http://schemas.openxmlformats.org/drawingml/2006/main">
              <a:ext uri="{FF2B5EF4-FFF2-40B4-BE49-F238E27FC236}">
                <a16:creationId xmlns:a16="http://schemas.microsoft.com/office/drawing/2014/main" id="{4C2E4754-39EC-4012-962D-8DA31AB6D8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xmlns:a="http://schemas.openxmlformats.org/drawingml/2006/main">
              <a:ext uri="{FF2B5EF4-FFF2-40B4-BE49-F238E27FC236}">
                <a16:creationId xmlns:a16="http://schemas.microsoft.com/office/drawing/2014/main" id="{52CF9F54-78AB-49B2-BD48-CD6F0312E5B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xmlns:a="http://schemas.openxmlformats.org/drawingml/2006/main">
              <a:ext uri="{FF2B5EF4-FFF2-40B4-BE49-F238E27FC236}">
                <a16:creationId xmlns:a16="http://schemas.microsoft.com/office/drawing/2014/main" id="{C4DF8C46-7F68-410B-ADE9-6BF8149CFFC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D39BB9-E2EE-489F-B22B-32E6D96B1D61}"/>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xmlns:a="http://schemas.openxmlformats.org/drawingml/2006/main">
              <a:ext uri="{FF2B5EF4-FFF2-40B4-BE49-F238E27FC236}">
                <a16:creationId xmlns:a16="http://schemas.microsoft.com/office/drawing/2014/main" id="{6BD131CA-2E2D-4D56-A07D-C59D682357E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xmlns:a="http://schemas.openxmlformats.org/drawingml/2006/main">
              <a:ext uri="{FF2B5EF4-FFF2-40B4-BE49-F238E27FC236}">
                <a16:creationId xmlns:a16="http://schemas.microsoft.com/office/drawing/2014/main" id="{64575AE0-9248-40A5-B2EC-4136109AF8B3}"/>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74B05CE-0847-4C40-B4B8-CA21587E6E0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sld>
</file>

<file path=ppt/slides/slide4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2601014-A6B7-4A28-AA39-06705BDE227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0D61008-1C3D-4B37-A839-5C55999D3C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xmlns:a="http://schemas.openxmlformats.org/drawingml/2006/main">
              <a:ext uri="{FF2B5EF4-FFF2-40B4-BE49-F238E27FC236}">
                <a16:creationId xmlns:a16="http://schemas.microsoft.com/office/drawing/2014/main" id="{21FD100E-DB40-4A04-82B3-E12DC4C4AAA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2D33CFB-CD4F-40CD-AED6-2D48889807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7BA86C-5C07-4E00-83DC-BEF48F2718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94</a:t>
            </a:r>
          </a:p>
        </p:txBody>
      </p:sp>
      <p:sp>
        <p:nvSpPr>
          <p:cNvPr id="6" name="lead">
            <a:extLst xmlns:a="http://schemas.openxmlformats.org/drawingml/2006/main">
              <a:ext uri="{FF2B5EF4-FFF2-40B4-BE49-F238E27FC236}">
                <a16:creationId xmlns:a16="http://schemas.microsoft.com/office/drawing/2014/main" id="{EE2427C4-987C-46D2-932D-D6D59726A3A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xmlns:a="http://schemas.openxmlformats.org/drawingml/2006/main">
              <a:ext uri="{FF2B5EF4-FFF2-40B4-BE49-F238E27FC236}">
                <a16:creationId xmlns:a16="http://schemas.microsoft.com/office/drawing/2014/main" id="{9AE2E6F1-1A36-4F7E-924C-62545D2192D6}"/>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4A0CA832-E657-4AA4-89BF-2DDCA501B2E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sld>
</file>

<file path=ppt/slides/slide4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01ACB0-F582-467A-945D-ECE839D61EA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6D8BC28-8C00-417B-A0D2-A2BF0FFD2B1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3"/>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xmlns:a="http://schemas.openxmlformats.org/drawingml/2006/main">
              <a:ext uri="{FF2B5EF4-FFF2-40B4-BE49-F238E27FC236}">
                <a16:creationId xmlns:a16="http://schemas.microsoft.com/office/drawing/2014/main" id="{3DA07C60-9161-4708-8C3C-E1DD042244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1D24BC-14C3-43DD-8B1E-48D0877D828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5C07B2-ADA3-42D9-8DC5-88DA040EEB2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94</a:t>
            </a:r>
          </a:p>
        </p:txBody>
      </p:sp>
      <p:sp>
        <p:nvSpPr>
          <p:cNvPr id="6" name="left-title">
            <a:extLst xmlns:a="http://schemas.openxmlformats.org/drawingml/2006/main">
              <a:ext uri="{FF2B5EF4-FFF2-40B4-BE49-F238E27FC236}">
                <a16:creationId xmlns:a16="http://schemas.microsoft.com/office/drawing/2014/main" id="{8AEB363C-531A-41D2-B12E-DDFC4F2FCF7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xmlns:a="http://schemas.openxmlformats.org/drawingml/2006/main">
              <a:ext uri="{FF2B5EF4-FFF2-40B4-BE49-F238E27FC236}">
                <a16:creationId xmlns:a16="http://schemas.microsoft.com/office/drawing/2014/main" id="{E649336A-59A8-48FF-B422-C67BD4A041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xmlns:a="http://schemas.openxmlformats.org/drawingml/2006/main">
              <a:ext uri="{FF2B5EF4-FFF2-40B4-BE49-F238E27FC236}">
                <a16:creationId xmlns:a16="http://schemas.microsoft.com/office/drawing/2014/main" id="{C14E7CE4-1B1E-4684-A234-5121ED9D0CB6}"/>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0DEDA05-DD6E-4DC6-BB6D-DDB1B5C1E5D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xmlns:a="http://schemas.openxmlformats.org/drawingml/2006/main">
              <a:ext uri="{FF2B5EF4-FFF2-40B4-BE49-F238E27FC236}">
                <a16:creationId xmlns:a16="http://schemas.microsoft.com/office/drawing/2014/main" id="{9543A1E3-40F0-4F5F-BB68-637216AF765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xmlns:a="http://schemas.openxmlformats.org/drawingml/2006/main">
              <a:ext uri="{FF2B5EF4-FFF2-40B4-BE49-F238E27FC236}">
                <a16:creationId xmlns:a16="http://schemas.microsoft.com/office/drawing/2014/main" id="{EE552A24-B0B9-4006-BFE2-C4CF4B5360A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684A994-5B68-4B3D-A7D6-E07EBA11CA0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sld>
</file>

<file path=ppt/slides/slide4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491C796-9C3E-4560-B5EA-73661663406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BBCB976E-8832-4B71-8B44-942B12B0BF8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xmlns:a="http://schemas.openxmlformats.org/drawingml/2006/main">
              <a:ext uri="{FF2B5EF4-FFF2-40B4-BE49-F238E27FC236}">
                <a16:creationId xmlns:a16="http://schemas.microsoft.com/office/drawing/2014/main" id="{0B546083-ECDA-4273-A893-69BA148376A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BBCD30B-1C00-44DC-BCA0-8869F927AA3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9D8F02D-94EE-45A8-8176-FB8C7B54A5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94</a:t>
            </a:r>
          </a:p>
        </p:txBody>
      </p:sp>
      <p:sp>
        <p:nvSpPr>
          <p:cNvPr id="6" name="lead">
            <a:extLst xmlns:a="http://schemas.openxmlformats.org/drawingml/2006/main">
              <a:ext uri="{FF2B5EF4-FFF2-40B4-BE49-F238E27FC236}">
                <a16:creationId xmlns:a16="http://schemas.microsoft.com/office/drawing/2014/main" id="{FCF7A621-C761-4B98-AEE4-2027322A7066}"/>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xmlns:a="http://schemas.openxmlformats.org/drawingml/2006/main">
              <a:ext uri="{FF2B5EF4-FFF2-40B4-BE49-F238E27FC236}">
                <a16:creationId xmlns:a16="http://schemas.microsoft.com/office/drawing/2014/main" id="{DD221E6A-2348-49B2-A76A-00845CD4F1B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A3A43633-0AE1-4FDF-B411-735DEA3029B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sld>
</file>

<file path=ppt/slides/slide4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A662741A-CF77-4BBA-A890-77A86041DBFD}"/>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xmlns:a="http://schemas.openxmlformats.org/drawingml/2006/main">
              <a:ext uri="{FF2B5EF4-FFF2-40B4-BE49-F238E27FC236}">
                <a16:creationId xmlns:a16="http://schemas.microsoft.com/office/drawing/2014/main" id="{C5C7477D-29D0-4297-926A-9626D633C2CB}"/>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xmlns:a="http://schemas.openxmlformats.org/drawingml/2006/main">
              <a:ext uri="{FF2B5EF4-FFF2-40B4-BE49-F238E27FC236}">
                <a16:creationId xmlns:a16="http://schemas.microsoft.com/office/drawing/2014/main" id="{9042CC7E-F7CC-4F46-80A8-BFB7A0C74FA4}"/>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B984CCD8-F78F-4B27-9081-001BFC544B8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533D639C-D006-4DCC-918B-872CBB190BD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xmlns:a="http://schemas.openxmlformats.org/drawingml/2006/main">
              <a:ext uri="{FF2B5EF4-FFF2-40B4-BE49-F238E27FC236}">
                <a16:creationId xmlns:a16="http://schemas.microsoft.com/office/drawing/2014/main" id="{8C06E1AD-8B43-43CE-82F8-002698C258D6}"/>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798BB786-9C21-492A-B0EA-16B7CDE86D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xmlns:a="http://schemas.openxmlformats.org/drawingml/2006/main">
              <a:ext uri="{FF2B5EF4-FFF2-40B4-BE49-F238E27FC236}">
                <a16:creationId xmlns:a16="http://schemas.microsoft.com/office/drawing/2014/main" id="{8AA5D672-48E9-4233-BD8F-9C20F209D87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3A429B29-A273-4A8D-8CDC-FCAC0C14785D}"/>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xmlns:a="http://schemas.openxmlformats.org/drawingml/2006/main">
              <a:ext uri="{FF2B5EF4-FFF2-40B4-BE49-F238E27FC236}">
                <a16:creationId xmlns:a16="http://schemas.microsoft.com/office/drawing/2014/main" id="{3C624CDE-6AAA-4196-815E-71CFE9041D3A}"/>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39D6A-585F-461C-B809-C64D7843E42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xmlns:a="http://schemas.openxmlformats.org/drawingml/2006/main">
              <a:ext uri="{FF2B5EF4-FFF2-40B4-BE49-F238E27FC236}">
                <a16:creationId xmlns:a16="http://schemas.microsoft.com/office/drawing/2014/main" id="{CE185D9E-93EC-44CC-B022-0DC6F327CA5E}"/>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94</a:t>
            </a:r>
          </a:p>
        </p:txBody>
      </p:sp>
    </p:spTree>
    <p:extLst>
      <p:ext uri="{BB962C8B-B14F-4D97-AF65-F5344CB8AC3E}">
        <p14:creationId xmlns:p14="http://schemas.microsoft.com/office/powerpoint/2010/main" val="904239536"/>
      </p:ext>
    </p:extLst>
  </p:cSld>
</p:sld>
</file>

<file path=ppt/slides/slide4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790A064D-EFD1-40A0-A3D0-28B5967C341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xmlns:a="http://schemas.openxmlformats.org/drawingml/2006/main">
              <a:ext uri="{FF2B5EF4-FFF2-40B4-BE49-F238E27FC236}">
                <a16:creationId xmlns:a16="http://schemas.microsoft.com/office/drawing/2014/main" id="{AF111ABC-0789-4C8B-AAFE-104C73F3BCA4}"/>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074F93B1-9A2E-4B0D-A378-D1A8A89A26F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82"/>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xmlns:a="http://schemas.openxmlformats.org/drawingml/2006/main">
              <a:ext uri="{FF2B5EF4-FFF2-40B4-BE49-F238E27FC236}">
                <a16:creationId xmlns:a16="http://schemas.microsoft.com/office/drawing/2014/main" id="{034E8374-5A04-473E-A9D5-9609D290D780}"/>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xmlns:a="http://schemas.openxmlformats.org/drawingml/2006/main">
              <a:ext uri="{FF2B5EF4-FFF2-40B4-BE49-F238E27FC236}">
                <a16:creationId xmlns:a16="http://schemas.microsoft.com/office/drawing/2014/main" id="{50B11077-7390-46EE-A8AF-29D475163B9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sld>
</file>

<file path=ppt/slides/slide4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EAC4242-642F-4D19-8980-DFCF447EC74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7DD274DD-1F99-46C2-81AA-BBF34488A05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xmlns:a="http://schemas.openxmlformats.org/drawingml/2006/main">
              <a:ext uri="{FF2B5EF4-FFF2-40B4-BE49-F238E27FC236}">
                <a16:creationId xmlns:a16="http://schemas.microsoft.com/office/drawing/2014/main" id="{FBA4FC7A-1A43-4D57-9067-6D73FF888D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39E957-9E79-4A0F-9153-DDFF7DE5B51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57E0F5B-BC79-49FC-986A-30C1852485B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94</a:t>
            </a:r>
          </a:p>
        </p:txBody>
      </p:sp>
      <p:sp>
        <p:nvSpPr>
          <p:cNvPr id="6" name="left-title">
            <a:extLst xmlns:a="http://schemas.openxmlformats.org/drawingml/2006/main">
              <a:ext uri="{FF2B5EF4-FFF2-40B4-BE49-F238E27FC236}">
                <a16:creationId xmlns:a16="http://schemas.microsoft.com/office/drawing/2014/main" id="{AD015E3E-755B-48C2-B7A5-BC26A920BE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xmlns:a="http://schemas.openxmlformats.org/drawingml/2006/main">
              <a:ext uri="{FF2B5EF4-FFF2-40B4-BE49-F238E27FC236}">
                <a16:creationId xmlns:a16="http://schemas.microsoft.com/office/drawing/2014/main" id="{7D949FB4-F674-4F7C-A013-133FE193F27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xmlns:a="http://schemas.openxmlformats.org/drawingml/2006/main">
              <a:ext uri="{FF2B5EF4-FFF2-40B4-BE49-F238E27FC236}">
                <a16:creationId xmlns:a16="http://schemas.microsoft.com/office/drawing/2014/main" id="{6C83C2D0-7830-4079-BA3C-7D94506C39D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0BDA715-05FB-4FCC-B26F-B75AB4A05686}"/>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xmlns:a="http://schemas.openxmlformats.org/drawingml/2006/main">
              <a:ext uri="{FF2B5EF4-FFF2-40B4-BE49-F238E27FC236}">
                <a16:creationId xmlns:a16="http://schemas.microsoft.com/office/drawing/2014/main" id="{E9E62343-97C1-46C4-BDAD-6FC33BD380F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xmlns:a="http://schemas.openxmlformats.org/drawingml/2006/main">
              <a:ext uri="{FF2B5EF4-FFF2-40B4-BE49-F238E27FC236}">
                <a16:creationId xmlns:a16="http://schemas.microsoft.com/office/drawing/2014/main" id="{8350A813-4A12-46CE-B2EC-07A1682356C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13EC871-A90C-428B-8FF1-BE7F34486CEC}"/>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sld>
</file>

<file path=ppt/slides/slide5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AE37653-A24A-407A-86BC-41DFC97227D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ECFB4F8-E6CD-493A-A2A9-40070BCB625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xmlns:a="http://schemas.openxmlformats.org/drawingml/2006/main">
              <a:ext uri="{FF2B5EF4-FFF2-40B4-BE49-F238E27FC236}">
                <a16:creationId xmlns:a16="http://schemas.microsoft.com/office/drawing/2014/main" id="{75FB8E5D-FA5A-4720-BD62-86DB96A7BB7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D6C55C6-F875-46B6-922C-65B243FE16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E411061-1A86-45DD-8326-410EA8F6775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94</a:t>
            </a:r>
          </a:p>
        </p:txBody>
      </p:sp>
      <p:sp>
        <p:nvSpPr>
          <p:cNvPr id="6" name="bt-root">
            <a:extLst xmlns:a="http://schemas.openxmlformats.org/drawingml/2006/main">
              <a:ext uri="{FF2B5EF4-FFF2-40B4-BE49-F238E27FC236}">
                <a16:creationId xmlns:a16="http://schemas.microsoft.com/office/drawing/2014/main" id="{CB6E1BBC-0AC4-4F25-895B-C22886B14BB8}"/>
              </a:ext>
            </a:extLst>
          </p:cNvPr>
          <p:cNvSpPr>
            <a:spLocks xmlns:a="http://schemas.openxmlformats.org/drawingml/2006/main" noGrp="1"/>
          </p:cNvSpPr>
          <p:nvPr/>
        </p:nvSpPr>
        <p:spPr>
          <a:xfrm xmlns:a="http://schemas.openxmlformats.org/drawingml/2006/main">
            <a:off x="4953000" y="2209800"/>
            <a:ext cx="2286000" cy="704850"/>
          </a:xfrm>
          <a:prstGeom xmlns:a="http://schemas.openxmlformats.org/drawingml/2006/main" prst="roundRect">
            <a:avLst>
              <a:gd name="adj" fmla="val 10811"/>
            </a:avLst>
          </a:prstGeom>
          <a:solidFill xmlns:a="http://schemas.openxmlformats.org/drawingml/2006/main">
            <a:srgbClr val="0B1F33"/>
          </a:solidFill>
          <a:ln xmlns:a="http://schemas.openxmlformats.org/drawingml/2006/main" w="9525">
            <a:solidFill>
              <a:srgbClr val="D9E2EC"/>
            </a:solidFill>
            <a:prstDash val="solid"/>
          </a:ln>
        </p:spPr>
      </p:sp>
      <p:sp>
        <p:nvSpPr>
          <p:cNvPr id="7" name="bt-root-text">
            <a:extLst xmlns:a="http://schemas.openxmlformats.org/drawingml/2006/main">
              <a:ext uri="{FF2B5EF4-FFF2-40B4-BE49-F238E27FC236}">
                <a16:creationId xmlns:a16="http://schemas.microsoft.com/office/drawing/2014/main" id="{227AFA28-93A2-4282-B549-3A7BAAD083FD}"/>
              </a:ext>
            </a:extLst>
          </p:cNvPr>
          <p:cNvSpPr>
            <a:spLocks xmlns:a="http://schemas.openxmlformats.org/drawingml/2006/main" noGrp="1"/>
          </p:cNvSpPr>
          <p:nvPr/>
        </p:nvSpPr>
        <p:spPr>
          <a:xfrm xmlns:a="http://schemas.openxmlformats.org/drawingml/2006/main">
            <a:off x="5086350" y="2324100"/>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xmlns:a="http://schemas.openxmlformats.org/drawingml/2006/main">
              <a:ext uri="{FF2B5EF4-FFF2-40B4-BE49-F238E27FC236}">
                <a16:creationId xmlns:a16="http://schemas.microsoft.com/office/drawing/2014/main" id="{9D9680D0-6993-4A8D-B5C1-4F991C2A70FF}"/>
              </a:ext>
            </a:extLst>
          </p:cNvPr>
          <p:cNvSpPr>
            <a:spLocks xmlns:a="http://schemas.openxmlformats.org/drawingml/2006/main" noGrp="1"/>
          </p:cNvSpPr>
          <p:nvPr/>
        </p:nvSpPr>
        <p:spPr>
          <a:xfrm xmlns:a="http://schemas.openxmlformats.org/drawingml/2006/main">
            <a:off x="24574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9" name="bt-mid1-text">
            <a:extLst xmlns:a="http://schemas.openxmlformats.org/drawingml/2006/main">
              <a:ext uri="{FF2B5EF4-FFF2-40B4-BE49-F238E27FC236}">
                <a16:creationId xmlns:a16="http://schemas.microsoft.com/office/drawing/2014/main" id="{555C035E-52CF-4A24-A991-77F946FB6A44}"/>
              </a:ext>
            </a:extLst>
          </p:cNvPr>
          <p:cNvSpPr>
            <a:spLocks xmlns:a="http://schemas.openxmlformats.org/drawingml/2006/main" noGrp="1"/>
          </p:cNvSpPr>
          <p:nvPr/>
        </p:nvSpPr>
        <p:spPr>
          <a:xfrm xmlns:a="http://schemas.openxmlformats.org/drawingml/2006/main">
            <a:off x="25908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xmlns:a="http://schemas.openxmlformats.org/drawingml/2006/main">
              <a:ext uri="{FF2B5EF4-FFF2-40B4-BE49-F238E27FC236}">
                <a16:creationId xmlns:a16="http://schemas.microsoft.com/office/drawing/2014/main" id="{3C14E36F-036E-4940-808D-B835005967F4}"/>
              </a:ext>
            </a:extLst>
          </p:cNvPr>
          <p:cNvSpPr>
            <a:spLocks xmlns:a="http://schemas.openxmlformats.org/drawingml/2006/main" noGrp="1"/>
          </p:cNvSpPr>
          <p:nvPr/>
        </p:nvSpPr>
        <p:spPr>
          <a:xfrm xmlns:a="http://schemas.openxmlformats.org/drawingml/2006/main">
            <a:off x="76390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11" name="bt-mid2-text">
            <a:extLst xmlns:a="http://schemas.openxmlformats.org/drawingml/2006/main">
              <a:ext uri="{FF2B5EF4-FFF2-40B4-BE49-F238E27FC236}">
                <a16:creationId xmlns:a16="http://schemas.microsoft.com/office/drawing/2014/main" id="{ED4AD514-004B-43B0-B7ED-F0CBE820E4E8}"/>
              </a:ext>
            </a:extLst>
          </p:cNvPr>
          <p:cNvSpPr>
            <a:spLocks xmlns:a="http://schemas.openxmlformats.org/drawingml/2006/main" noGrp="1"/>
          </p:cNvSpPr>
          <p:nvPr/>
        </p:nvSpPr>
        <p:spPr>
          <a:xfrm xmlns:a="http://schemas.openxmlformats.org/drawingml/2006/main">
            <a:off x="77724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xmlns:a="http://schemas.openxmlformats.org/drawingml/2006/main">
              <a:ext uri="{FF2B5EF4-FFF2-40B4-BE49-F238E27FC236}">
                <a16:creationId xmlns:a16="http://schemas.microsoft.com/office/drawing/2014/main" id="{3EF30927-58CB-414E-9E3E-9216721D16BB}"/>
              </a:ext>
            </a:extLst>
          </p:cNvPr>
          <p:cNvSpPr>
            <a:spLocks xmlns:a="http://schemas.openxmlformats.org/drawingml/2006/main" noGrp="1"/>
          </p:cNvSpPr>
          <p:nvPr/>
        </p:nvSpPr>
        <p:spPr>
          <a:xfrm xmlns:a="http://schemas.openxmlformats.org/drawingml/2006/main">
            <a:off x="8763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3" name="bt-leaf1-text">
            <a:extLst xmlns:a="http://schemas.openxmlformats.org/drawingml/2006/main">
              <a:ext uri="{FF2B5EF4-FFF2-40B4-BE49-F238E27FC236}">
                <a16:creationId xmlns:a16="http://schemas.microsoft.com/office/drawing/2014/main" id="{E3D9958F-432C-48C8-B91C-1591019F9CBC}"/>
              </a:ext>
            </a:extLst>
          </p:cNvPr>
          <p:cNvSpPr>
            <a:spLocks xmlns:a="http://schemas.openxmlformats.org/drawingml/2006/main" noGrp="1"/>
          </p:cNvSpPr>
          <p:nvPr/>
        </p:nvSpPr>
        <p:spPr>
          <a:xfrm xmlns:a="http://schemas.openxmlformats.org/drawingml/2006/main">
            <a:off x="10096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xmlns:a="http://schemas.openxmlformats.org/drawingml/2006/main">
              <a:ext uri="{FF2B5EF4-FFF2-40B4-BE49-F238E27FC236}">
                <a16:creationId xmlns:a16="http://schemas.microsoft.com/office/drawing/2014/main" id="{76D18D03-18B7-4F85-8BC5-BA3E1704E6CF}"/>
              </a:ext>
            </a:extLst>
          </p:cNvPr>
          <p:cNvSpPr>
            <a:spLocks xmlns:a="http://schemas.openxmlformats.org/drawingml/2006/main" noGrp="1"/>
          </p:cNvSpPr>
          <p:nvPr/>
        </p:nvSpPr>
        <p:spPr>
          <a:xfrm xmlns:a="http://schemas.openxmlformats.org/drawingml/2006/main">
            <a:off x="32956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5" name="bt-leaf2-text">
            <a:extLst xmlns:a="http://schemas.openxmlformats.org/drawingml/2006/main">
              <a:ext uri="{FF2B5EF4-FFF2-40B4-BE49-F238E27FC236}">
                <a16:creationId xmlns:a16="http://schemas.microsoft.com/office/drawing/2014/main" id="{8900707F-3CB2-4695-8348-905A64101B40}"/>
              </a:ext>
            </a:extLst>
          </p:cNvPr>
          <p:cNvSpPr>
            <a:spLocks xmlns:a="http://schemas.openxmlformats.org/drawingml/2006/main" noGrp="1"/>
          </p:cNvSpPr>
          <p:nvPr/>
        </p:nvSpPr>
        <p:spPr>
          <a:xfrm xmlns:a="http://schemas.openxmlformats.org/drawingml/2006/main">
            <a:off x="34290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xmlns:a="http://schemas.openxmlformats.org/drawingml/2006/main">
              <a:ext uri="{FF2B5EF4-FFF2-40B4-BE49-F238E27FC236}">
                <a16:creationId xmlns:a16="http://schemas.microsoft.com/office/drawing/2014/main" id="{876F1041-9A46-4818-B06B-116C4EFE99D9}"/>
              </a:ext>
            </a:extLst>
          </p:cNvPr>
          <p:cNvSpPr>
            <a:spLocks xmlns:a="http://schemas.openxmlformats.org/drawingml/2006/main" noGrp="1"/>
          </p:cNvSpPr>
          <p:nvPr/>
        </p:nvSpPr>
        <p:spPr>
          <a:xfrm xmlns:a="http://schemas.openxmlformats.org/drawingml/2006/main">
            <a:off x="70866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7" name="bt-leaf3-text">
            <a:extLst xmlns:a="http://schemas.openxmlformats.org/drawingml/2006/main">
              <a:ext uri="{FF2B5EF4-FFF2-40B4-BE49-F238E27FC236}">
                <a16:creationId xmlns:a16="http://schemas.microsoft.com/office/drawing/2014/main" id="{AEED4AD7-1190-4FD0-94EB-CFF457C96AA6}"/>
              </a:ext>
            </a:extLst>
          </p:cNvPr>
          <p:cNvSpPr>
            <a:spLocks xmlns:a="http://schemas.openxmlformats.org/drawingml/2006/main" noGrp="1"/>
          </p:cNvSpPr>
          <p:nvPr/>
        </p:nvSpPr>
        <p:spPr>
          <a:xfrm xmlns:a="http://schemas.openxmlformats.org/drawingml/2006/main">
            <a:off x="72199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xmlns:a="http://schemas.openxmlformats.org/drawingml/2006/main">
              <a:ext uri="{FF2B5EF4-FFF2-40B4-BE49-F238E27FC236}">
                <a16:creationId xmlns:a16="http://schemas.microsoft.com/office/drawing/2014/main" id="{E66897CD-26DC-4CB0-885E-48395C148100}"/>
              </a:ext>
            </a:extLst>
          </p:cNvPr>
          <p:cNvSpPr>
            <a:spLocks xmlns:a="http://schemas.openxmlformats.org/drawingml/2006/main" noGrp="1"/>
          </p:cNvSpPr>
          <p:nvPr/>
        </p:nvSpPr>
        <p:spPr>
          <a:xfrm xmlns:a="http://schemas.openxmlformats.org/drawingml/2006/main">
            <a:off x="95059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9" name="bt-leaf4-text">
            <a:extLst xmlns:a="http://schemas.openxmlformats.org/drawingml/2006/main">
              <a:ext uri="{FF2B5EF4-FFF2-40B4-BE49-F238E27FC236}">
                <a16:creationId xmlns:a16="http://schemas.microsoft.com/office/drawing/2014/main" id="{89B0BABB-9D5D-46CD-A10A-2201FB46E482}"/>
              </a:ext>
            </a:extLst>
          </p:cNvPr>
          <p:cNvSpPr>
            <a:spLocks xmlns:a="http://schemas.openxmlformats.org/drawingml/2006/main" noGrp="1"/>
          </p:cNvSpPr>
          <p:nvPr/>
        </p:nvSpPr>
        <p:spPr>
          <a:xfrm xmlns:a="http://schemas.openxmlformats.org/drawingml/2006/main">
            <a:off x="96393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45" name=""/>
          <p:cNvCxnSpPr>
            <a:stCxn xmlns:a="http://schemas.openxmlformats.org/drawingml/2006/main" id="6" idx="2"/>
            <a:endCxn xmlns:a="http://schemas.openxmlformats.org/drawingml/2006/main" id="8" idx="0"/>
          </p:cNvCxnSpPr>
          <p:nvPr/>
        </p:nvCxnSpPr>
        <p:spPr>
          <a:xfrm xmlns:a="http://schemas.openxmlformats.org/drawingml/2006/main" flipH="1">
            <a:off x="35052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6" name=""/>
          <p:cNvCxnSpPr>
            <a:stCxn xmlns:a="http://schemas.openxmlformats.org/drawingml/2006/main" id="6" idx="2"/>
            <a:endCxn xmlns:a="http://schemas.openxmlformats.org/drawingml/2006/main" id="10" idx="0"/>
          </p:cNvCxnSpPr>
          <p:nvPr/>
        </p:nvCxnSpPr>
        <p:spPr>
          <a:xfrm xmlns:a="http://schemas.openxmlformats.org/drawingml/2006/main">
            <a:off x="60960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7" name=""/>
          <p:cNvCxnSpPr>
            <a:stCxn xmlns:a="http://schemas.openxmlformats.org/drawingml/2006/main" id="8" idx="2"/>
            <a:endCxn xmlns:a="http://schemas.openxmlformats.org/drawingml/2006/main" id="12" idx="0"/>
          </p:cNvCxnSpPr>
          <p:nvPr/>
        </p:nvCxnSpPr>
        <p:spPr>
          <a:xfrm xmlns:a="http://schemas.openxmlformats.org/drawingml/2006/main" flipH="1">
            <a:off x="1781175"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8" name=""/>
          <p:cNvCxnSpPr>
            <a:stCxn xmlns:a="http://schemas.openxmlformats.org/drawingml/2006/main" id="8" idx="2"/>
            <a:endCxn xmlns:a="http://schemas.openxmlformats.org/drawingml/2006/main" id="14" idx="0"/>
          </p:cNvCxnSpPr>
          <p:nvPr/>
        </p:nvCxnSpPr>
        <p:spPr>
          <a:xfrm xmlns:a="http://schemas.openxmlformats.org/drawingml/2006/main">
            <a:off x="3505200"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10" idx="2"/>
            <a:endCxn xmlns:a="http://schemas.openxmlformats.org/drawingml/2006/main" id="16" idx="0"/>
          </p:cNvCxnSpPr>
          <p:nvPr/>
        </p:nvCxnSpPr>
        <p:spPr>
          <a:xfrm xmlns:a="http://schemas.openxmlformats.org/drawingml/2006/main" flipH="1">
            <a:off x="7991475"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2"/>
            <a:endCxn xmlns:a="http://schemas.openxmlformats.org/drawingml/2006/main" id="18" idx="0"/>
          </p:cNvCxnSpPr>
          <p:nvPr/>
        </p:nvCxnSpPr>
        <p:spPr>
          <a:xfrm xmlns:a="http://schemas.openxmlformats.org/drawingml/2006/main">
            <a:off x="8686800"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Tree>
    <p:extLst>
      <p:ext uri="{BB962C8B-B14F-4D97-AF65-F5344CB8AC3E}">
        <p14:creationId xmlns:p14="http://schemas.microsoft.com/office/powerpoint/2010/main" val="134441472"/>
      </p:ext>
    </p:extLst>
  </p:cSld>
</p:sld>
</file>

<file path=ppt/slides/slide5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7355AB19-5C97-495F-8CCC-02F466ACE62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0C9835B-CCCE-4991-8062-1FC625953C9C}"/>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xmlns:a="http://schemas.openxmlformats.org/drawingml/2006/main">
              <a:ext uri="{FF2B5EF4-FFF2-40B4-BE49-F238E27FC236}">
                <a16:creationId xmlns:a16="http://schemas.microsoft.com/office/drawing/2014/main" id="{1240064D-6568-4257-91FF-AD4929D46F2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268772C-7A31-4047-BF35-03593AD4444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0C1FFA4-452E-4122-938F-ABFF328E19A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94</a:t>
            </a:r>
          </a:p>
        </p:txBody>
      </p:sp>
      <p:sp>
        <p:nvSpPr>
          <p:cNvPr id="6" name="rl-nci">
            <a:extLst xmlns:a="http://schemas.openxmlformats.org/drawingml/2006/main">
              <a:ext uri="{FF2B5EF4-FFF2-40B4-BE49-F238E27FC236}">
                <a16:creationId xmlns:a16="http://schemas.microsoft.com/office/drawing/2014/main" id="{8CFCAD9B-C720-46AE-8A89-F9662A3EE296}"/>
              </a:ext>
            </a:extLst>
          </p:cNvPr>
          <p:cNvSpPr>
            <a:spLocks xmlns:a="http://schemas.openxmlformats.org/drawingml/2006/main" noGrp="1"/>
          </p:cNvSpPr>
          <p:nvPr/>
        </p:nvSpPr>
        <p:spPr>
          <a:xfrm xmlns:a="http://schemas.openxmlformats.org/drawingml/2006/main">
            <a:off x="4857750" y="2381250"/>
            <a:ext cx="247650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7" name="rl-nci-text">
            <a:extLst xmlns:a="http://schemas.openxmlformats.org/drawingml/2006/main">
              <a:ext uri="{FF2B5EF4-FFF2-40B4-BE49-F238E27FC236}">
                <a16:creationId xmlns:a16="http://schemas.microsoft.com/office/drawing/2014/main" id="{79945B5A-7343-49F2-A866-3C52EA89D4AC}"/>
              </a:ext>
            </a:extLst>
          </p:cNvPr>
          <p:cNvSpPr>
            <a:spLocks xmlns:a="http://schemas.openxmlformats.org/drawingml/2006/main" noGrp="1"/>
          </p:cNvSpPr>
          <p:nvPr/>
        </p:nvSpPr>
        <p:spPr>
          <a:xfrm xmlns:a="http://schemas.openxmlformats.org/drawingml/2006/main">
            <a:off x="4991100" y="2495550"/>
            <a:ext cx="2209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xmlns:a="http://schemas.openxmlformats.org/drawingml/2006/main">
              <a:ext uri="{FF2B5EF4-FFF2-40B4-BE49-F238E27FC236}">
                <a16:creationId xmlns:a16="http://schemas.microsoft.com/office/drawing/2014/main" id="{B0D636AA-5485-4D7F-9B2B-4ED21FA42A1D}"/>
              </a:ext>
            </a:extLst>
          </p:cNvPr>
          <p:cNvSpPr>
            <a:spLocks xmlns:a="http://schemas.openxmlformats.org/drawingml/2006/main" noGrp="1"/>
          </p:cNvSpPr>
          <p:nvPr/>
        </p:nvSpPr>
        <p:spPr>
          <a:xfrm xmlns:a="http://schemas.openxmlformats.org/drawingml/2006/main">
            <a:off x="14859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rl-heap-text">
            <a:extLst xmlns:a="http://schemas.openxmlformats.org/drawingml/2006/main">
              <a:ext uri="{FF2B5EF4-FFF2-40B4-BE49-F238E27FC236}">
                <a16:creationId xmlns:a16="http://schemas.microsoft.com/office/drawing/2014/main" id="{06427CE3-14F9-4CEF-A105-8F9E17A53F60}"/>
              </a:ext>
            </a:extLst>
          </p:cNvPr>
          <p:cNvSpPr>
            <a:spLocks xmlns:a="http://schemas.openxmlformats.org/drawingml/2006/main" noGrp="1"/>
          </p:cNvSpPr>
          <p:nvPr/>
        </p:nvSpPr>
        <p:spPr>
          <a:xfrm xmlns:a="http://schemas.openxmlformats.org/drawingml/2006/main">
            <a:off x="16192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xmlns:a="http://schemas.openxmlformats.org/drawingml/2006/main">
              <a:ext uri="{FF2B5EF4-FFF2-40B4-BE49-F238E27FC236}">
                <a16:creationId xmlns:a16="http://schemas.microsoft.com/office/drawing/2014/main" id="{63278187-663F-49CF-8932-4DD7EDB1D338}"/>
              </a:ext>
            </a:extLst>
          </p:cNvPr>
          <p:cNvSpPr>
            <a:spLocks xmlns:a="http://schemas.openxmlformats.org/drawingml/2006/main" noGrp="1"/>
          </p:cNvSpPr>
          <p:nvPr/>
        </p:nvSpPr>
        <p:spPr>
          <a:xfrm xmlns:a="http://schemas.openxmlformats.org/drawingml/2006/main">
            <a:off x="78486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rl-clustered-text">
            <a:extLst xmlns:a="http://schemas.openxmlformats.org/drawingml/2006/main">
              <a:ext uri="{FF2B5EF4-FFF2-40B4-BE49-F238E27FC236}">
                <a16:creationId xmlns:a16="http://schemas.microsoft.com/office/drawing/2014/main" id="{F325A6D9-47F2-4AB6-8510-9D337AFDA0C0}"/>
              </a:ext>
            </a:extLst>
          </p:cNvPr>
          <p:cNvSpPr>
            <a:spLocks xmlns:a="http://schemas.openxmlformats.org/drawingml/2006/main" noGrp="1"/>
          </p:cNvSpPr>
          <p:nvPr/>
        </p:nvSpPr>
        <p:spPr>
          <a:xfrm xmlns:a="http://schemas.openxmlformats.org/drawingml/2006/main">
            <a:off x="79819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26" name=""/>
          <p:cNvCxnSpPr>
            <a:stCxn xmlns:a="http://schemas.openxmlformats.org/drawingml/2006/main" id="6" idx="2"/>
            <a:endCxn xmlns:a="http://schemas.openxmlformats.org/drawingml/2006/main" id="8" idx="0"/>
          </p:cNvCxnSpPr>
          <p:nvPr/>
        </p:nvCxnSpPr>
        <p:spPr>
          <a:xfrm xmlns:a="http://schemas.openxmlformats.org/drawingml/2006/main" flipH="1">
            <a:off x="2914650" y="3448050"/>
            <a:ext cx="3181350" cy="102870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7" name=""/>
          <p:cNvCxnSpPr>
            <a:stCxn xmlns:a="http://schemas.openxmlformats.org/drawingml/2006/main" id="6" idx="2"/>
            <a:endCxn xmlns:a="http://schemas.openxmlformats.org/drawingml/2006/main" id="10" idx="0"/>
          </p:cNvCxnSpPr>
          <p:nvPr/>
        </p:nvCxnSpPr>
        <p:spPr>
          <a:xfrm xmlns:a="http://schemas.openxmlformats.org/drawingml/2006/main">
            <a:off x="6096000" y="3448050"/>
            <a:ext cx="3181350" cy="10287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rl-caption">
            <a:extLst xmlns:a="http://schemas.openxmlformats.org/drawingml/2006/main">
              <a:ext uri="{FF2B5EF4-FFF2-40B4-BE49-F238E27FC236}">
                <a16:creationId xmlns:a16="http://schemas.microsoft.com/office/drawing/2014/main" id="{535AB44E-4C25-4B8F-9F6B-AAE3D8CF7D59}"/>
              </a:ext>
            </a:extLst>
          </p:cNvPr>
          <p:cNvSpPr>
            <a:spLocks xmlns:a="http://schemas.openxmlformats.org/drawingml/2006/main" noGrp="1"/>
          </p:cNvSpPr>
          <p:nvPr/>
        </p:nvSpPr>
        <p:spPr>
          <a:xfrm xmlns:a="http://schemas.openxmlformats.org/drawingml/2006/main">
            <a:off x="3238500" y="37528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62"/>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Tree>
    <p:extLst>
      <p:ext uri="{BB962C8B-B14F-4D97-AF65-F5344CB8AC3E}">
        <p14:creationId xmlns:p14="http://schemas.microsoft.com/office/powerpoint/2010/main" val="1080640391"/>
      </p:ext>
    </p:extLst>
  </p:cSld>
</p:sld>
</file>

<file path=ppt/slides/slide5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BC55F4-658D-4968-8DD8-BDE416BA2F9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B4335C4C-0A5F-4A4A-A10D-68A1A4F41E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xmlns:a="http://schemas.openxmlformats.org/drawingml/2006/main">
              <a:ext uri="{FF2B5EF4-FFF2-40B4-BE49-F238E27FC236}">
                <a16:creationId xmlns:a16="http://schemas.microsoft.com/office/drawing/2014/main" id="{1AEE3C47-5BC4-411A-9D7D-9FA666F1CFD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73B6ACB-1222-46BD-9A1F-1B533EF1EC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04667DF-DA17-4B0D-AEEC-5FF64910806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94</a:t>
            </a:r>
          </a:p>
        </p:txBody>
      </p:sp>
      <p:sp>
        <p:nvSpPr>
          <p:cNvPr id="6" name="lead">
            <a:extLst xmlns:a="http://schemas.openxmlformats.org/drawingml/2006/main">
              <a:ext uri="{FF2B5EF4-FFF2-40B4-BE49-F238E27FC236}">
                <a16:creationId xmlns:a16="http://schemas.microsoft.com/office/drawing/2014/main" id="{111EB67A-2A15-4EF3-9835-6D4EAD5C17DB}"/>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xmlns:a="http://schemas.openxmlformats.org/drawingml/2006/main">
              <a:ext uri="{FF2B5EF4-FFF2-40B4-BE49-F238E27FC236}">
                <a16:creationId xmlns:a16="http://schemas.microsoft.com/office/drawing/2014/main" id="{102B12F4-CF24-440A-A5B2-251CE62AB32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CFB08631-6E74-4308-809C-B0AE729C4841}"/>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sld>
</file>

<file path=ppt/slides/slide5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84350D-9EB9-4139-9BEF-931D49C737A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176F39CE-94FE-4A8B-8FE5-7292CBB1DF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xmlns:a="http://schemas.openxmlformats.org/drawingml/2006/main">
              <a:ext uri="{FF2B5EF4-FFF2-40B4-BE49-F238E27FC236}">
                <a16:creationId xmlns:a16="http://schemas.microsoft.com/office/drawing/2014/main" id="{DFACC0F8-650A-464E-8938-16E59202025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D6D913-77C7-42D6-B89E-D46A4B2A0F5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681AA53-D5D2-4E37-887B-3B6EAB0E0E9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94</a:t>
            </a:r>
          </a:p>
        </p:txBody>
      </p:sp>
      <p:sp>
        <p:nvSpPr>
          <p:cNvPr id="6" name="left-title">
            <a:extLst xmlns:a="http://schemas.openxmlformats.org/drawingml/2006/main">
              <a:ext uri="{FF2B5EF4-FFF2-40B4-BE49-F238E27FC236}">
                <a16:creationId xmlns:a16="http://schemas.microsoft.com/office/drawing/2014/main" id="{8C6B7CC2-2C1B-438F-91E0-9579B3E2D11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xmlns:a="http://schemas.openxmlformats.org/drawingml/2006/main">
              <a:ext uri="{FF2B5EF4-FFF2-40B4-BE49-F238E27FC236}">
                <a16:creationId xmlns:a16="http://schemas.microsoft.com/office/drawing/2014/main" id="{06928F02-A69F-4F63-B8A6-FC9C6DF7FEA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xmlns:a="http://schemas.openxmlformats.org/drawingml/2006/main">
              <a:ext uri="{FF2B5EF4-FFF2-40B4-BE49-F238E27FC236}">
                <a16:creationId xmlns:a16="http://schemas.microsoft.com/office/drawing/2014/main" id="{BC566253-8634-4CBE-9BBB-F057C59B033F}"/>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5DE334FD-40C3-4171-BE19-66D983AF1D1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xmlns:a="http://schemas.openxmlformats.org/drawingml/2006/main">
              <a:ext uri="{FF2B5EF4-FFF2-40B4-BE49-F238E27FC236}">
                <a16:creationId xmlns:a16="http://schemas.microsoft.com/office/drawing/2014/main" id="{497C7B2A-3FFF-4FFC-AFF8-C764666A069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xmlns:a="http://schemas.openxmlformats.org/drawingml/2006/main">
              <a:ext uri="{FF2B5EF4-FFF2-40B4-BE49-F238E27FC236}">
                <a16:creationId xmlns:a16="http://schemas.microsoft.com/office/drawing/2014/main" id="{2146889E-5EA7-4165-8182-FB685CF4980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3B7B717-57AA-47F8-9DC9-2FA173401DE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sld>
</file>

<file path=ppt/slides/slide5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3C3C9A6-D28B-4184-89B3-FF556B1A1BF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2A839A28-5F84-44BC-9B77-852037BA534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xmlns:a="http://schemas.openxmlformats.org/drawingml/2006/main">
              <a:ext uri="{FF2B5EF4-FFF2-40B4-BE49-F238E27FC236}">
                <a16:creationId xmlns:a16="http://schemas.microsoft.com/office/drawing/2014/main" id="{2E2E53EC-6C0B-4F33-867A-E8489450369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DFBA61-7681-4894-9CC8-5981E966E2E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55DBE42-54CD-4DE7-9675-D572A04159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94</a:t>
            </a:r>
          </a:p>
        </p:txBody>
      </p:sp>
      <p:sp>
        <p:nvSpPr>
          <p:cNvPr id="6" name="tip-axis-x">
            <a:extLst xmlns:a="http://schemas.openxmlformats.org/drawingml/2006/main">
              <a:ext uri="{FF2B5EF4-FFF2-40B4-BE49-F238E27FC236}">
                <a16:creationId xmlns:a16="http://schemas.microsoft.com/office/drawing/2014/main" id="{D4968FB9-0DF2-410C-ABB7-7A6B4D9E53D3}"/>
              </a:ext>
            </a:extLst>
          </p:cNvPr>
          <p:cNvSpPr>
            <a:spLocks xmlns:a="http://schemas.openxmlformats.org/drawingml/2006/main" noGrp="1"/>
          </p:cNvSpPr>
          <p:nvPr/>
        </p:nvSpPr>
        <p:spPr>
          <a:xfrm xmlns:a="http://schemas.openxmlformats.org/drawingml/2006/main">
            <a:off x="1238250" y="5219700"/>
            <a:ext cx="89535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tip-axis-y">
            <a:extLst xmlns:a="http://schemas.openxmlformats.org/drawingml/2006/main">
              <a:ext uri="{FF2B5EF4-FFF2-40B4-BE49-F238E27FC236}">
                <a16:creationId xmlns:a16="http://schemas.microsoft.com/office/drawing/2014/main" id="{EFBE65F9-DEB7-4D13-91B7-7DCCC6B045D0}"/>
              </a:ext>
            </a:extLst>
          </p:cNvPr>
          <p:cNvSpPr>
            <a:spLocks xmlns:a="http://schemas.openxmlformats.org/drawingml/2006/main" noGrp="1"/>
          </p:cNvSpPr>
          <p:nvPr/>
        </p:nvSpPr>
        <p:spPr>
          <a:xfrm xmlns:a="http://schemas.openxmlformats.org/drawingml/2006/main">
            <a:off x="1238250" y="2419350"/>
            <a:ext cx="28575" cy="282892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seek-start">
            <a:extLst xmlns:a="http://schemas.openxmlformats.org/drawingml/2006/main">
              <a:ext uri="{FF2B5EF4-FFF2-40B4-BE49-F238E27FC236}">
                <a16:creationId xmlns:a16="http://schemas.microsoft.com/office/drawing/2014/main" id="{445CF686-88D7-47D4-A2CD-9B709935EDB9}"/>
              </a:ext>
            </a:extLst>
          </p:cNvPr>
          <p:cNvSpPr>
            <a:spLocks xmlns:a="http://schemas.openxmlformats.org/drawingml/2006/main" noGrp="1"/>
          </p:cNvSpPr>
          <p:nvPr/>
        </p:nvSpPr>
        <p:spPr>
          <a:xfrm xmlns:a="http://schemas.openxmlformats.org/drawingml/2006/main">
            <a:off x="1676400" y="487680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sp>
        <p:nvSpPr>
          <p:cNvPr id="9" name="seek-end">
            <a:extLst xmlns:a="http://schemas.openxmlformats.org/drawingml/2006/main">
              <a:ext uri="{FF2B5EF4-FFF2-40B4-BE49-F238E27FC236}">
                <a16:creationId xmlns:a16="http://schemas.microsoft.com/office/drawing/2014/main" id="{B23F0F70-0C62-4A8C-AD06-698EB68D3396}"/>
              </a:ext>
            </a:extLst>
          </p:cNvPr>
          <p:cNvSpPr>
            <a:spLocks xmlns:a="http://schemas.openxmlformats.org/drawingml/2006/main" noGrp="1"/>
          </p:cNvSpPr>
          <p:nvPr/>
        </p:nvSpPr>
        <p:spPr>
          <a:xfrm xmlns:a="http://schemas.openxmlformats.org/drawingml/2006/main">
            <a:off x="9620250" y="260985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cxnSp>
        <p:nvCxnSpPr>
          <p:cNvPr id="26" name=""/>
          <p:cNvCxnSpPr>
            <a:stCxn xmlns:a="http://schemas.openxmlformats.org/drawingml/2006/main" id="8" idx="6"/>
            <a:endCxn xmlns:a="http://schemas.openxmlformats.org/drawingml/2006/main" id="9" idx="2"/>
          </p:cNvCxnSpPr>
          <p:nvPr/>
        </p:nvCxnSpPr>
        <p:spPr>
          <a:xfrm xmlns:a="http://schemas.openxmlformats.org/drawingml/2006/main" flipV="1">
            <a:off x="1771650" y="2657475"/>
            <a:ext cx="7848600" cy="2266950"/>
          </a:xfrm>
          <a:prstGeom xmlns:a="http://schemas.openxmlformats.org/drawingml/2006/main" prst="straightConnector1">
            <a:avLst/>
          </a:prstGeom>
          <a:ln xmlns:a="http://schemas.openxmlformats.org/drawingml/2006/main" w="38100">
            <a:solidFill>
              <a:srgbClr val="007C83"/>
            </a:solidFill>
            <a:prstDash val="solid"/>
          </a:ln>
        </p:spPr>
      </p:cxnSp>
      <p:sp>
        <p:nvSpPr>
          <p:cNvPr id="11" name="scan-line">
            <a:extLst xmlns:a="http://schemas.openxmlformats.org/drawingml/2006/main">
              <a:ext uri="{FF2B5EF4-FFF2-40B4-BE49-F238E27FC236}">
                <a16:creationId xmlns:a16="http://schemas.microsoft.com/office/drawing/2014/main" id="{F9D5E3F5-1737-46FE-ADCD-241D9968B483}"/>
              </a:ext>
            </a:extLst>
          </p:cNvPr>
          <p:cNvSpPr>
            <a:spLocks xmlns:a="http://schemas.openxmlformats.org/drawingml/2006/main" noGrp="1"/>
          </p:cNvSpPr>
          <p:nvPr/>
        </p:nvSpPr>
        <p:spPr>
          <a:xfrm xmlns:a="http://schemas.openxmlformats.org/drawingml/2006/main">
            <a:off x="1714500" y="3429000"/>
            <a:ext cx="6762750" cy="381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2" name="seek-label">
            <a:extLst xmlns:a="http://schemas.openxmlformats.org/drawingml/2006/main">
              <a:ext uri="{FF2B5EF4-FFF2-40B4-BE49-F238E27FC236}">
                <a16:creationId xmlns:a16="http://schemas.microsoft.com/office/drawing/2014/main" id="{7E226368-4349-4D82-A17A-9D7401E06151}"/>
              </a:ext>
            </a:extLst>
          </p:cNvPr>
          <p:cNvSpPr>
            <a:spLocks xmlns:a="http://schemas.openxmlformats.org/drawingml/2006/main" noGrp="1"/>
          </p:cNvSpPr>
          <p:nvPr/>
        </p:nvSpPr>
        <p:spPr>
          <a:xfrm xmlns:a="http://schemas.openxmlformats.org/drawingml/2006/main">
            <a:off x="1790700" y="37147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xmlns:a="http://schemas.openxmlformats.org/drawingml/2006/main">
              <a:ext uri="{FF2B5EF4-FFF2-40B4-BE49-F238E27FC236}">
                <a16:creationId xmlns:a16="http://schemas.microsoft.com/office/drawing/2014/main" id="{89F9E172-A634-4100-8CF1-06B9B87C8846}"/>
              </a:ext>
            </a:extLst>
          </p:cNvPr>
          <p:cNvSpPr>
            <a:spLocks xmlns:a="http://schemas.openxmlformats.org/drawingml/2006/main" noGrp="1"/>
          </p:cNvSpPr>
          <p:nvPr/>
        </p:nvSpPr>
        <p:spPr>
          <a:xfrm xmlns:a="http://schemas.openxmlformats.org/drawingml/2006/main">
            <a:off x="1714500" y="3086100"/>
            <a:ext cx="457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xmlns:a="http://schemas.openxmlformats.org/drawingml/2006/main">
              <a:ext uri="{FF2B5EF4-FFF2-40B4-BE49-F238E27FC236}">
                <a16:creationId xmlns:a16="http://schemas.microsoft.com/office/drawing/2014/main" id="{08300962-0011-4499-BFA5-5266F7B66917}"/>
              </a:ext>
            </a:extLst>
          </p:cNvPr>
          <p:cNvSpPr>
            <a:spLocks xmlns:a="http://schemas.openxmlformats.org/drawingml/2006/main" noGrp="1"/>
          </p:cNvSpPr>
          <p:nvPr/>
        </p:nvSpPr>
        <p:spPr>
          <a:xfrm xmlns:a="http://schemas.openxmlformats.org/drawingml/2006/main">
            <a:off x="6610350" y="3295650"/>
            <a:ext cx="228600" cy="228600"/>
          </a:xfrm>
          <a:prstGeom xmlns:a="http://schemas.openxmlformats.org/drawingml/2006/main" prst="ellipse">
            <a:avLst/>
          </a:prstGeom>
          <a:solidFill xmlns:a="http://schemas.openxmlformats.org/drawingml/2006/main">
            <a:srgbClr val="C94C4C"/>
          </a:solidFill>
          <a:ln xmlns:a="http://schemas.openxmlformats.org/drawingml/2006/main" w="9525">
            <a:solidFill>
              <a:srgbClr val="C94C4C"/>
            </a:solidFill>
            <a:prstDash val="solid"/>
          </a:ln>
        </p:spPr>
      </p:sp>
      <p:sp>
        <p:nvSpPr>
          <p:cNvPr id="15" name="tip-label">
            <a:extLst xmlns:a="http://schemas.openxmlformats.org/drawingml/2006/main">
              <a:ext uri="{FF2B5EF4-FFF2-40B4-BE49-F238E27FC236}">
                <a16:creationId xmlns:a16="http://schemas.microsoft.com/office/drawing/2014/main" id="{E25D8706-0AED-4369-BBA0-5B4FC4E9A0B8}"/>
              </a:ext>
            </a:extLst>
          </p:cNvPr>
          <p:cNvSpPr>
            <a:spLocks xmlns:a="http://schemas.openxmlformats.org/drawingml/2006/main" noGrp="1"/>
          </p:cNvSpPr>
          <p:nvPr/>
        </p:nvSpPr>
        <p:spPr>
          <a:xfrm xmlns:a="http://schemas.openxmlformats.org/drawingml/2006/main">
            <a:off x="7086600" y="3600450"/>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xmlns:a="http://schemas.openxmlformats.org/drawingml/2006/main">
              <a:ext uri="{FF2B5EF4-FFF2-40B4-BE49-F238E27FC236}">
                <a16:creationId xmlns:a16="http://schemas.microsoft.com/office/drawing/2014/main" id="{EDF91C89-5669-47F4-980B-39DD66D3FADA}"/>
              </a:ext>
            </a:extLst>
          </p:cNvPr>
          <p:cNvSpPr>
            <a:spLocks xmlns:a="http://schemas.openxmlformats.org/drawingml/2006/main" noGrp="1"/>
          </p:cNvSpPr>
          <p:nvPr/>
        </p:nvSpPr>
        <p:spPr>
          <a:xfrm xmlns:a="http://schemas.openxmlformats.org/drawingml/2006/main">
            <a:off x="4324350" y="5467350"/>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 Selektivität</a:t>
            </a:r>
          </a:p>
        </p:txBody>
      </p:sp>
    </p:spTree>
    <p:extLst>
      <p:ext uri="{BB962C8B-B14F-4D97-AF65-F5344CB8AC3E}">
        <p14:creationId xmlns:p14="http://schemas.microsoft.com/office/powerpoint/2010/main" val="145376308"/>
      </p:ext>
    </p:extLst>
  </p:cSld>
</p:sld>
</file>

<file path=ppt/slides/slide5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7D332A8-3E97-4906-AA05-F4571B75B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A346B1D-B5E2-4783-9E89-54A2257AB2C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xmlns:a="http://schemas.openxmlformats.org/drawingml/2006/main">
              <a:ext uri="{FF2B5EF4-FFF2-40B4-BE49-F238E27FC236}">
                <a16:creationId xmlns:a16="http://schemas.microsoft.com/office/drawing/2014/main" id="{10795166-0E09-4487-BB82-E4E0498D9E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0E4CCE6-59DE-46D5-8272-FA3449156EC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72F1BE-EFC8-4FD7-818F-2B11D944669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94</a:t>
            </a:r>
          </a:p>
        </p:txBody>
      </p:sp>
      <p:sp>
        <p:nvSpPr>
          <p:cNvPr id="6" name="lead">
            <a:extLst xmlns:a="http://schemas.openxmlformats.org/drawingml/2006/main">
              <a:ext uri="{FF2B5EF4-FFF2-40B4-BE49-F238E27FC236}">
                <a16:creationId xmlns:a16="http://schemas.microsoft.com/office/drawing/2014/main" id="{1D2BF7DE-1C22-4477-93D1-26AF843A0C21}"/>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xmlns:a="http://schemas.openxmlformats.org/drawingml/2006/main">
              <a:ext uri="{FF2B5EF4-FFF2-40B4-BE49-F238E27FC236}">
                <a16:creationId xmlns:a16="http://schemas.microsoft.com/office/drawing/2014/main" id="{CAC32D6D-9700-47CF-917F-C1B7CA93859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BC822B61-6971-4ED9-BF2D-BA26B13E98D4}"/>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sld>
</file>

<file path=ppt/slides/slide5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57677C0-88C6-47D9-AC76-86786CC4F81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96CDB8B-38D5-4E4D-8A99-DA74A7C6A44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xmlns:a="http://schemas.openxmlformats.org/drawingml/2006/main">
              <a:ext uri="{FF2B5EF4-FFF2-40B4-BE49-F238E27FC236}">
                <a16:creationId xmlns:a16="http://schemas.microsoft.com/office/drawing/2014/main" id="{3201A524-114A-4AF3-A0CB-E46BC2FCF00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45FCCA-5664-4102-BC1F-92EFF42CF14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E2E9201-BB20-47E1-B1C5-5A5BF97FB58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94</a:t>
            </a:r>
          </a:p>
        </p:txBody>
      </p:sp>
      <p:sp>
        <p:nvSpPr>
          <p:cNvPr id="6" name="left-title">
            <a:extLst xmlns:a="http://schemas.openxmlformats.org/drawingml/2006/main">
              <a:ext uri="{FF2B5EF4-FFF2-40B4-BE49-F238E27FC236}">
                <a16:creationId xmlns:a16="http://schemas.microsoft.com/office/drawing/2014/main" id="{48C1F50B-8047-4022-9BBF-EE4AD79C230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xmlns:a="http://schemas.openxmlformats.org/drawingml/2006/main">
              <a:ext uri="{FF2B5EF4-FFF2-40B4-BE49-F238E27FC236}">
                <a16:creationId xmlns:a16="http://schemas.microsoft.com/office/drawing/2014/main" id="{FD800986-49C7-42B6-ACBE-45AAEA91CFE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xmlns:a="http://schemas.openxmlformats.org/drawingml/2006/main">
              <a:ext uri="{FF2B5EF4-FFF2-40B4-BE49-F238E27FC236}">
                <a16:creationId xmlns:a16="http://schemas.microsoft.com/office/drawing/2014/main" id="{C4CFF50F-3EF4-41A7-AF2C-0B03AB9464B1}"/>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3CB0E2F-6AE2-4B3C-86D5-A7ABFCC2129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xmlns:a="http://schemas.openxmlformats.org/drawingml/2006/main">
              <a:ext uri="{FF2B5EF4-FFF2-40B4-BE49-F238E27FC236}">
                <a16:creationId xmlns:a16="http://schemas.microsoft.com/office/drawing/2014/main" id="{2DA725E8-AC65-41C7-A193-422DA61C4B8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xmlns:a="http://schemas.openxmlformats.org/drawingml/2006/main">
              <a:ext uri="{FF2B5EF4-FFF2-40B4-BE49-F238E27FC236}">
                <a16:creationId xmlns:a16="http://schemas.microsoft.com/office/drawing/2014/main" id="{BF35885A-F305-47FD-ACBF-AE2DA46C8CF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2BB85C6-2A1B-44BB-ABAF-FEE48D19F32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sld>
</file>

<file path=ppt/slides/slide5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18BA18-CC1F-47E0-A979-5D601D501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FEE11A01-916B-42E3-B5B6-0A38CCEF856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xmlns:a="http://schemas.openxmlformats.org/drawingml/2006/main">
              <a:ext uri="{FF2B5EF4-FFF2-40B4-BE49-F238E27FC236}">
                <a16:creationId xmlns:a16="http://schemas.microsoft.com/office/drawing/2014/main" id="{DDD52A3B-B4A8-4EB2-9533-CC53105AB38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9148A56-BD2F-4CA9-B428-9180B9527C3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99154ED-4861-488F-91D5-E5BBE784D49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94</a:t>
            </a:r>
          </a:p>
        </p:txBody>
      </p:sp>
      <p:sp>
        <p:nvSpPr>
          <p:cNvPr id="6" name="left-title">
            <a:extLst xmlns:a="http://schemas.openxmlformats.org/drawingml/2006/main">
              <a:ext uri="{FF2B5EF4-FFF2-40B4-BE49-F238E27FC236}">
                <a16:creationId xmlns:a16="http://schemas.microsoft.com/office/drawing/2014/main" id="{E0D3FB46-440F-4205-9CB9-BEA4904B0838}"/>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xmlns:a="http://schemas.openxmlformats.org/drawingml/2006/main">
              <a:ext uri="{FF2B5EF4-FFF2-40B4-BE49-F238E27FC236}">
                <a16:creationId xmlns:a16="http://schemas.microsoft.com/office/drawing/2014/main" id="{0A9FF7A1-34F0-4BE9-8347-6C4B79A7EDD9}"/>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xmlns:a="http://schemas.openxmlformats.org/drawingml/2006/main">
              <a:ext uri="{FF2B5EF4-FFF2-40B4-BE49-F238E27FC236}">
                <a16:creationId xmlns:a16="http://schemas.microsoft.com/office/drawing/2014/main" id="{82E32052-F449-4F66-A4CE-972C8206108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5FC88F8-00ED-4F50-A58F-7D1B0CD13A5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xmlns:a="http://schemas.openxmlformats.org/drawingml/2006/main">
              <a:ext uri="{FF2B5EF4-FFF2-40B4-BE49-F238E27FC236}">
                <a16:creationId xmlns:a16="http://schemas.microsoft.com/office/drawing/2014/main" id="{BFC6878B-75B2-46DE-8536-862C92E3B7D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xmlns:a="http://schemas.openxmlformats.org/drawingml/2006/main">
              <a:ext uri="{FF2B5EF4-FFF2-40B4-BE49-F238E27FC236}">
                <a16:creationId xmlns:a16="http://schemas.microsoft.com/office/drawing/2014/main" id="{E3BE006A-08C7-49D8-9A7F-DCA85F5F705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0A84467-8286-4EC9-9E9C-863911B3E9FA}"/>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sld>
</file>

<file path=ppt/slides/slide5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5574421-1D62-4636-8018-E2627000DC1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7BAAAA9-64A8-460C-9FFB-F732B8D7C6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xmlns:a="http://schemas.openxmlformats.org/drawingml/2006/main">
              <a:ext uri="{FF2B5EF4-FFF2-40B4-BE49-F238E27FC236}">
                <a16:creationId xmlns:a16="http://schemas.microsoft.com/office/drawing/2014/main" id="{59FC73CC-D34B-4417-A2C7-DE3D2045682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0C41EE3-15DC-4A42-BE6C-1A6B1FE1001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5F3CDC4-1AD8-4EF9-AEE0-28C619EBD8D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94</a:t>
            </a:r>
          </a:p>
        </p:txBody>
      </p:sp>
      <p:sp>
        <p:nvSpPr>
          <p:cNvPr id="6" name="lead">
            <a:extLst xmlns:a="http://schemas.openxmlformats.org/drawingml/2006/main">
              <a:ext uri="{FF2B5EF4-FFF2-40B4-BE49-F238E27FC236}">
                <a16:creationId xmlns:a16="http://schemas.microsoft.com/office/drawing/2014/main" id="{B51493F5-3A4A-488F-8819-5DFFDC72963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xmlns:a="http://schemas.openxmlformats.org/drawingml/2006/main">
              <a:ext uri="{FF2B5EF4-FFF2-40B4-BE49-F238E27FC236}">
                <a16:creationId xmlns:a16="http://schemas.microsoft.com/office/drawing/2014/main" id="{A2F97584-C75D-4CC4-8DE9-544C31E506E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138BAB-96B9-465B-AB23-18EE98BDF83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sld>
</file>

<file path=ppt/slides/slide5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9AF5A0E-6FE7-477A-91F5-D8A2B470814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3246B85-0780-4E5C-AEF9-1BB72022C5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xmlns:a="http://schemas.openxmlformats.org/drawingml/2006/main">
              <a:ext uri="{FF2B5EF4-FFF2-40B4-BE49-F238E27FC236}">
                <a16:creationId xmlns:a16="http://schemas.microsoft.com/office/drawing/2014/main" id="{A336B11A-7061-449D-878B-1631ECC90C6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B28F2C4-002D-48DB-9A1C-DA13325E44D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A5E5A2-5AB6-4908-8E3B-D151188A203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94</a:t>
            </a:r>
          </a:p>
        </p:txBody>
      </p:sp>
      <p:sp>
        <p:nvSpPr>
          <p:cNvPr id="6" name="cs-rows">
            <a:extLst xmlns:a="http://schemas.openxmlformats.org/drawingml/2006/main">
              <a:ext uri="{FF2B5EF4-FFF2-40B4-BE49-F238E27FC236}">
                <a16:creationId xmlns:a16="http://schemas.microsoft.com/office/drawing/2014/main" id="{89517150-769F-408D-A82E-B076E10CACE1}"/>
              </a:ext>
            </a:extLst>
          </p:cNvPr>
          <p:cNvSpPr>
            <a:spLocks xmlns:a="http://schemas.openxmlformats.org/drawingml/2006/main" noGrp="1"/>
          </p:cNvSpPr>
          <p:nvPr/>
        </p:nvSpPr>
        <p:spPr>
          <a:xfrm xmlns:a="http://schemas.openxmlformats.org/drawingml/2006/main">
            <a:off x="742950" y="3276600"/>
            <a:ext cx="1524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cs-rows-text">
            <a:extLst xmlns:a="http://schemas.openxmlformats.org/drawingml/2006/main">
              <a:ext uri="{FF2B5EF4-FFF2-40B4-BE49-F238E27FC236}">
                <a16:creationId xmlns:a16="http://schemas.microsoft.com/office/drawing/2014/main" id="{0BA9B5BC-BF60-4E4C-A823-A9D9B15E194D}"/>
              </a:ext>
            </a:extLst>
          </p:cNvPr>
          <p:cNvSpPr>
            <a:spLocks xmlns:a="http://schemas.openxmlformats.org/drawingml/2006/main" noGrp="1"/>
          </p:cNvSpPr>
          <p:nvPr/>
        </p:nvSpPr>
        <p:spPr>
          <a:xfrm xmlns:a="http://schemas.openxmlformats.org/drawingml/2006/main">
            <a:off x="876300" y="3390900"/>
            <a:ext cx="1257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xmlns:a="http://schemas.openxmlformats.org/drawingml/2006/main">
              <a:ext uri="{FF2B5EF4-FFF2-40B4-BE49-F238E27FC236}">
                <a16:creationId xmlns:a16="http://schemas.microsoft.com/office/drawing/2014/main" id="{F3302BB1-5C87-4DC1-B731-61F5E0D35E04}"/>
              </a:ext>
            </a:extLst>
          </p:cNvPr>
          <p:cNvSpPr>
            <a:spLocks xmlns:a="http://schemas.openxmlformats.org/drawingml/2006/main" noGrp="1"/>
          </p:cNvSpPr>
          <p:nvPr/>
        </p:nvSpPr>
        <p:spPr>
          <a:xfrm xmlns:a="http://schemas.openxmlformats.org/drawingml/2006/main">
            <a:off x="3009900" y="3028950"/>
            <a:ext cx="2190750" cy="1562100"/>
          </a:xfrm>
          <a:prstGeom xmlns:a="http://schemas.openxmlformats.org/drawingml/2006/main" prst="roundRect">
            <a:avLst>
              <a:gd name="adj" fmla="val 4878"/>
            </a:avLst>
          </a:prstGeom>
          <a:solidFill xmlns:a="http://schemas.openxmlformats.org/drawingml/2006/main">
            <a:srgbClr val="EAF4F4"/>
          </a:solidFill>
          <a:ln xmlns:a="http://schemas.openxmlformats.org/drawingml/2006/main" w="9525">
            <a:solidFill>
              <a:srgbClr val="D9E2EC"/>
            </a:solidFill>
            <a:prstDash val="solid"/>
          </a:ln>
        </p:spPr>
      </p:sp>
      <p:sp>
        <p:nvSpPr>
          <p:cNvPr id="9" name="cs-rg-text">
            <a:extLst xmlns:a="http://schemas.openxmlformats.org/drawingml/2006/main">
              <a:ext uri="{FF2B5EF4-FFF2-40B4-BE49-F238E27FC236}">
                <a16:creationId xmlns:a16="http://schemas.microsoft.com/office/drawing/2014/main" id="{E3AAEF22-E3C6-4EDF-9082-210317C555F4}"/>
              </a:ext>
            </a:extLst>
          </p:cNvPr>
          <p:cNvSpPr>
            <a:spLocks xmlns:a="http://schemas.openxmlformats.org/drawingml/2006/main" noGrp="1"/>
          </p:cNvSpPr>
          <p:nvPr/>
        </p:nvSpPr>
        <p:spPr>
          <a:xfrm xmlns:a="http://schemas.openxmlformats.org/drawingml/2006/main">
            <a:off x="31432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xmlns:a="http://schemas.openxmlformats.org/drawingml/2006/main">
              <a:ext uri="{FF2B5EF4-FFF2-40B4-BE49-F238E27FC236}">
                <a16:creationId xmlns:a16="http://schemas.microsoft.com/office/drawing/2014/main" id="{89136A7A-2698-46B8-8D47-D093D998E827}"/>
              </a:ext>
            </a:extLst>
          </p:cNvPr>
          <p:cNvSpPr>
            <a:spLocks xmlns:a="http://schemas.openxmlformats.org/drawingml/2006/main" noGrp="1"/>
          </p:cNvSpPr>
          <p:nvPr/>
        </p:nvSpPr>
        <p:spPr>
          <a:xfrm xmlns:a="http://schemas.openxmlformats.org/drawingml/2006/main">
            <a:off x="6019800" y="3028950"/>
            <a:ext cx="2190750" cy="1562100"/>
          </a:xfrm>
          <a:prstGeom xmlns:a="http://schemas.openxmlformats.org/drawingml/2006/main" prst="roundRect">
            <a:avLst>
              <a:gd name="adj" fmla="val 4878"/>
            </a:avLst>
          </a:prstGeom>
          <a:solidFill xmlns:a="http://schemas.openxmlformats.org/drawingml/2006/main">
            <a:srgbClr val="FFF3E4"/>
          </a:solidFill>
          <a:ln xmlns:a="http://schemas.openxmlformats.org/drawingml/2006/main" w="9525">
            <a:solidFill>
              <a:srgbClr val="D9E2EC"/>
            </a:solidFill>
            <a:prstDash val="solid"/>
          </a:ln>
        </p:spPr>
      </p:sp>
      <p:sp>
        <p:nvSpPr>
          <p:cNvPr id="11" name="cs-seg-text">
            <a:extLst xmlns:a="http://schemas.openxmlformats.org/drawingml/2006/main">
              <a:ext uri="{FF2B5EF4-FFF2-40B4-BE49-F238E27FC236}">
                <a16:creationId xmlns:a16="http://schemas.microsoft.com/office/drawing/2014/main" id="{2F53C3BD-B642-449C-A04E-FF40C8426AD6}"/>
              </a:ext>
            </a:extLst>
          </p:cNvPr>
          <p:cNvSpPr>
            <a:spLocks xmlns:a="http://schemas.openxmlformats.org/drawingml/2006/main" noGrp="1"/>
          </p:cNvSpPr>
          <p:nvPr/>
        </p:nvSpPr>
        <p:spPr>
          <a:xfrm xmlns:a="http://schemas.openxmlformats.org/drawingml/2006/main">
            <a:off x="61531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xmlns:a="http://schemas.openxmlformats.org/drawingml/2006/main">
              <a:ext uri="{FF2B5EF4-FFF2-40B4-BE49-F238E27FC236}">
                <a16:creationId xmlns:a16="http://schemas.microsoft.com/office/drawing/2014/main" id="{B15DF642-7A60-45F4-9636-67AB45742B5F}"/>
              </a:ext>
            </a:extLst>
          </p:cNvPr>
          <p:cNvSpPr>
            <a:spLocks xmlns:a="http://schemas.openxmlformats.org/drawingml/2006/main" noGrp="1"/>
          </p:cNvSpPr>
          <p:nvPr/>
        </p:nvSpPr>
        <p:spPr>
          <a:xfrm xmlns:a="http://schemas.openxmlformats.org/drawingml/2006/main">
            <a:off x="9029700" y="3276600"/>
            <a:ext cx="2095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cs-meta-text">
            <a:extLst xmlns:a="http://schemas.openxmlformats.org/drawingml/2006/main">
              <a:ext uri="{FF2B5EF4-FFF2-40B4-BE49-F238E27FC236}">
                <a16:creationId xmlns:a16="http://schemas.microsoft.com/office/drawing/2014/main" id="{7B18EBFE-03E1-4A12-BC93-F5838138E423}"/>
              </a:ext>
            </a:extLst>
          </p:cNvPr>
          <p:cNvSpPr>
            <a:spLocks xmlns:a="http://schemas.openxmlformats.org/drawingml/2006/main" noGrp="1"/>
          </p:cNvSpPr>
          <p:nvPr/>
        </p:nvSpPr>
        <p:spPr>
          <a:xfrm xmlns:a="http://schemas.openxmlformats.org/drawingml/2006/main">
            <a:off x="9163050" y="3390900"/>
            <a:ext cx="1828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266950" y="3810000"/>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2006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2105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s-caption">
            <a:extLst xmlns:a="http://schemas.openxmlformats.org/drawingml/2006/main">
              <a:ext uri="{FF2B5EF4-FFF2-40B4-BE49-F238E27FC236}">
                <a16:creationId xmlns:a16="http://schemas.microsoft.com/office/drawing/2014/main" id="{7351C801-3396-4F02-9235-93A0CE1135F0}"/>
              </a:ext>
            </a:extLst>
          </p:cNvPr>
          <p:cNvSpPr>
            <a:spLocks xmlns:a="http://schemas.openxmlformats.org/drawingml/2006/main" noGrp="1"/>
          </p:cNvSpPr>
          <p:nvPr/>
        </p:nvSpPr>
        <p:spPr>
          <a:xfrm xmlns:a="http://schemas.openxmlformats.org/drawingml/2006/main">
            <a:off x="2095500" y="5181600"/>
            <a:ext cx="800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810"/>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sld>
</file>

<file path=ppt/slides/slide6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613B3C-C380-4CCF-9CDE-CDFA4EE6B9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59AFAF16-A237-440F-92FC-9E5607DBD75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xmlns:a="http://schemas.openxmlformats.org/drawingml/2006/main">
              <a:ext uri="{FF2B5EF4-FFF2-40B4-BE49-F238E27FC236}">
                <a16:creationId xmlns:a16="http://schemas.microsoft.com/office/drawing/2014/main" id="{EF01426E-BEAE-4EC3-BE25-44182AF7ECE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4135F1D-239B-4AA7-9C25-44DF56026DC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8454BD3-ACB1-48D1-AA7E-67F794A9FCE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94</a:t>
            </a:r>
          </a:p>
        </p:txBody>
      </p:sp>
      <p:sp>
        <p:nvSpPr>
          <p:cNvPr id="6" name="left-title">
            <a:extLst xmlns:a="http://schemas.openxmlformats.org/drawingml/2006/main">
              <a:ext uri="{FF2B5EF4-FFF2-40B4-BE49-F238E27FC236}">
                <a16:creationId xmlns:a16="http://schemas.microsoft.com/office/drawing/2014/main" id="{4F8512FA-4B84-48F0-AD2A-8EA20DB922E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xmlns:a="http://schemas.openxmlformats.org/drawingml/2006/main">
              <a:ext uri="{FF2B5EF4-FFF2-40B4-BE49-F238E27FC236}">
                <a16:creationId xmlns:a16="http://schemas.microsoft.com/office/drawing/2014/main" id="{08EC2A1A-48EE-47FF-B81D-282CA88ADB88}"/>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xmlns:a="http://schemas.openxmlformats.org/drawingml/2006/main">
              <a:ext uri="{FF2B5EF4-FFF2-40B4-BE49-F238E27FC236}">
                <a16:creationId xmlns:a16="http://schemas.microsoft.com/office/drawing/2014/main" id="{49DA48EE-148B-4FD6-97B5-A1DAC004F65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9675C47A-3660-440C-8386-6CDE70DF8F3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xmlns:a="http://schemas.openxmlformats.org/drawingml/2006/main">
              <a:ext uri="{FF2B5EF4-FFF2-40B4-BE49-F238E27FC236}">
                <a16:creationId xmlns:a16="http://schemas.microsoft.com/office/drawing/2014/main" id="{8298E4B3-C7EC-4373-B4F4-5CEEBE1DC3EF}"/>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xmlns:a="http://schemas.openxmlformats.org/drawingml/2006/main">
              <a:ext uri="{FF2B5EF4-FFF2-40B4-BE49-F238E27FC236}">
                <a16:creationId xmlns:a16="http://schemas.microsoft.com/office/drawing/2014/main" id="{9B4FF05A-F73F-499E-993E-F112311D716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274F4DE-3438-41E4-842E-6F2C9394EF5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sld>
</file>

<file path=ppt/slides/slide6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C6E628F-61C9-434D-855B-150EF35820D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894EACA-A1D1-4E2B-AE4A-2636AD1C72C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xmlns:a="http://schemas.openxmlformats.org/drawingml/2006/main">
              <a:ext uri="{FF2B5EF4-FFF2-40B4-BE49-F238E27FC236}">
                <a16:creationId xmlns:a16="http://schemas.microsoft.com/office/drawing/2014/main" id="{E54D5077-47C2-4EA0-9F75-C8E001E1732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8ECF48-D239-43A9-AA3B-4006CB98954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7242B18-039F-4A4E-9603-C19E5F0EBAA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94</a:t>
            </a:r>
          </a:p>
        </p:txBody>
      </p:sp>
      <p:sp>
        <p:nvSpPr>
          <p:cNvPr id="6" name="lead">
            <a:extLst xmlns:a="http://schemas.openxmlformats.org/drawingml/2006/main">
              <a:ext uri="{FF2B5EF4-FFF2-40B4-BE49-F238E27FC236}">
                <a16:creationId xmlns:a16="http://schemas.microsoft.com/office/drawing/2014/main" id="{30340E67-E544-43E6-AB3B-34304C1B95BD}"/>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xmlns:a="http://schemas.openxmlformats.org/drawingml/2006/main">
              <a:ext uri="{FF2B5EF4-FFF2-40B4-BE49-F238E27FC236}">
                <a16:creationId xmlns:a16="http://schemas.microsoft.com/office/drawing/2014/main" id="{33A0AF17-5D13-41C8-AAE8-37623DD9DBA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A54E1D8-87F6-44FD-B2C7-A8B75A6F5EC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sld>
</file>

<file path=ppt/slides/slide6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E9845A71-787F-4515-B461-4BF6AF0779B2}"/>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xmlns:a="http://schemas.openxmlformats.org/drawingml/2006/main">
              <a:ext uri="{FF2B5EF4-FFF2-40B4-BE49-F238E27FC236}">
                <a16:creationId xmlns:a16="http://schemas.microsoft.com/office/drawing/2014/main" id="{8AEF9492-6B05-427D-B32A-9AEEC9E1F5B6}"/>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xmlns:a="http://schemas.openxmlformats.org/drawingml/2006/main">
              <a:ext uri="{FF2B5EF4-FFF2-40B4-BE49-F238E27FC236}">
                <a16:creationId xmlns:a16="http://schemas.microsoft.com/office/drawing/2014/main" id="{E2066AF9-5E32-49C6-9880-7AC554A87422}"/>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121C6BF-BE1F-4238-9616-B6A35007F36E}"/>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0E2C3C2E-A480-452A-AFBE-B6596068CDB3}"/>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xmlns:a="http://schemas.openxmlformats.org/drawingml/2006/main">
              <a:ext uri="{FF2B5EF4-FFF2-40B4-BE49-F238E27FC236}">
                <a16:creationId xmlns:a16="http://schemas.microsoft.com/office/drawing/2014/main" id="{F5C2CA34-C200-4F38-929D-D092C29DA7E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635C9CA8-59E0-463A-A948-3299DA26EED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xmlns:a="http://schemas.openxmlformats.org/drawingml/2006/main">
              <a:ext uri="{FF2B5EF4-FFF2-40B4-BE49-F238E27FC236}">
                <a16:creationId xmlns:a16="http://schemas.microsoft.com/office/drawing/2014/main" id="{6429202B-AA71-4F0F-81DE-55F4D0B704EE}"/>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BF4633A-9FBA-4348-8811-901FA353932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xmlns:a="http://schemas.openxmlformats.org/drawingml/2006/main">
              <a:ext uri="{FF2B5EF4-FFF2-40B4-BE49-F238E27FC236}">
                <a16:creationId xmlns:a16="http://schemas.microsoft.com/office/drawing/2014/main" id="{34935C0E-D573-41B5-84CE-723E3A2DA5EF}"/>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5493825C-C07E-40E8-A3B5-62F9ADC59ED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xmlns:a="http://schemas.openxmlformats.org/drawingml/2006/main">
              <a:ext uri="{FF2B5EF4-FFF2-40B4-BE49-F238E27FC236}">
                <a16:creationId xmlns:a16="http://schemas.microsoft.com/office/drawing/2014/main" id="{6286C8D5-53A5-47E1-9AF8-BC3EC883661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94</a:t>
            </a:r>
          </a:p>
        </p:txBody>
      </p:sp>
    </p:spTree>
    <p:extLst>
      <p:ext uri="{BB962C8B-B14F-4D97-AF65-F5344CB8AC3E}">
        <p14:creationId xmlns:p14="http://schemas.microsoft.com/office/powerpoint/2010/main" val="673053384"/>
      </p:ext>
    </p:extLst>
  </p:cSld>
</p:sld>
</file>

<file path=ppt/slides/slide63.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9C4AD094-80BC-4B57-86E3-66458AE77184}"/>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xmlns:a="http://schemas.openxmlformats.org/drawingml/2006/main">
              <a:ext uri="{FF2B5EF4-FFF2-40B4-BE49-F238E27FC236}">
                <a16:creationId xmlns:a16="http://schemas.microsoft.com/office/drawing/2014/main" id="{ADA98AC8-3AE8-4926-A4F3-9F870318911A}"/>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38000B2C-95AB-4DB5-AAE6-7EB36AC354A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xmlns:a="http://schemas.openxmlformats.org/drawingml/2006/main">
              <a:ext uri="{FF2B5EF4-FFF2-40B4-BE49-F238E27FC236}">
                <a16:creationId xmlns:a16="http://schemas.microsoft.com/office/drawing/2014/main" id="{048B3C0E-857A-48F2-8E21-0FCA2792501F}"/>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xmlns:a="http://schemas.openxmlformats.org/drawingml/2006/main">
              <a:ext uri="{FF2B5EF4-FFF2-40B4-BE49-F238E27FC236}">
                <a16:creationId xmlns:a16="http://schemas.microsoft.com/office/drawing/2014/main" id="{47BCBCF0-3C7C-4122-842F-B30834EB5D96}"/>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sld>
</file>

<file path=ppt/slides/slide6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23A8804-EAFD-4034-B54B-22AEBE907AB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C5C65606-996A-430A-BE7C-27DCDC0F04D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xmlns:a="http://schemas.openxmlformats.org/drawingml/2006/main">
              <a:ext uri="{FF2B5EF4-FFF2-40B4-BE49-F238E27FC236}">
                <a16:creationId xmlns:a16="http://schemas.microsoft.com/office/drawing/2014/main" id="{1347279E-2242-46D2-812C-B2CE352AA81E}"/>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469EF7C-97A5-4328-A207-F46E87E94F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24DE17-17C7-4895-938A-DB309F3EF08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94</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Level</a:t>
                      </a:r>
                    </a:p>
                  </a:txBody>
                  <a:tcPr marL="91440" marR="91440" marT="45720" marB="45720">
                    <a:solidFill>
                      <a:srgbClr val="0B1F33"/>
                    </a:solidFill>
                  </a:tcPr>
                </a:tc>
                <a:tc>
                  <a:txBody>
                    <a:bodyPr/>
                    <a:lstStyle/>
                    <a:p>
                      <a:r>
                        <a:rPr sz="1500" b="1">
                          <a:solidFill>
                            <a:srgbClr val="FFFFFF"/>
                          </a:solidFill>
                          <a:latin typeface="Aptos"/>
                          <a:ea typeface="Aptos"/>
                          <a:cs typeface="Aptos"/>
                        </a:rPr>
                        <a:t>Lesesicht</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Trade-off</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READ UNCOMMITTED</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auch nicht bestätigte 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Dirty Reads und inkonsistente Resultate</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READ COMMITTED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bestätigte Daten; Locking oder RCSI je DB</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Statement-Sicht abhängig von DB-Option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Transaktionssnapshot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Version Store und Update Conflicts</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REPEATABLE READ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gelesene Rows bleiben stabil</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länger gehaltene Locks</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SERIALIZABLE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zusätzlich Key-Range-Schutz</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höchste Blocking-Gefahr</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44451193"/>
      </p:ext>
    </p:extLst>
  </p:cSld>
</p:sld>
</file>

<file path=ppt/slides/slide6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740C868-CBAD-4201-B883-7E31D8B67F9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A5442DE-D390-46E8-97C2-C298990032A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xmlns:a="http://schemas.openxmlformats.org/drawingml/2006/main">
              <a:ext uri="{FF2B5EF4-FFF2-40B4-BE49-F238E27FC236}">
                <a16:creationId xmlns:a16="http://schemas.microsoft.com/office/drawing/2014/main" id="{E9577361-0184-451D-8F20-6DF2764ED3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4271F3C-3B5C-48F4-9C6E-DCE93A975E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DBA523A-FC4D-4F27-AC63-340EEB9E78E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94</a:t>
            </a:r>
          </a:p>
        </p:txBody>
      </p:sp>
      <p:sp>
        <p:nvSpPr>
          <p:cNvPr id="6" name="left-title">
            <a:extLst xmlns:a="http://schemas.openxmlformats.org/drawingml/2006/main">
              <a:ext uri="{FF2B5EF4-FFF2-40B4-BE49-F238E27FC236}">
                <a16:creationId xmlns:a16="http://schemas.microsoft.com/office/drawing/2014/main" id="{04DB5FA0-022F-4540-9362-4110F877FFA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xmlns:a="http://schemas.openxmlformats.org/drawingml/2006/main">
              <a:ext uri="{FF2B5EF4-FFF2-40B4-BE49-F238E27FC236}">
                <a16:creationId xmlns:a16="http://schemas.microsoft.com/office/drawing/2014/main" id="{79D5C161-6548-4B2B-B2E1-76FC899D18D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xmlns:a="http://schemas.openxmlformats.org/drawingml/2006/main">
              <a:ext uri="{FF2B5EF4-FFF2-40B4-BE49-F238E27FC236}">
                <a16:creationId xmlns:a16="http://schemas.microsoft.com/office/drawing/2014/main" id="{8E9ACAC0-6F92-4CBF-B2BC-DBBEC9F7DBD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653F9BF-A182-417D-A89F-8BF09A03DF0B}"/>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xmlns:a="http://schemas.openxmlformats.org/drawingml/2006/main">
              <a:ext uri="{FF2B5EF4-FFF2-40B4-BE49-F238E27FC236}">
                <a16:creationId xmlns:a16="http://schemas.microsoft.com/office/drawing/2014/main" id="{5BC5841C-43EC-4C96-8908-C686D47D6B36}"/>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xmlns:a="http://schemas.openxmlformats.org/drawingml/2006/main">
              <a:ext uri="{FF2B5EF4-FFF2-40B4-BE49-F238E27FC236}">
                <a16:creationId xmlns:a16="http://schemas.microsoft.com/office/drawing/2014/main" id="{00D094BE-ED69-4E9D-8C4D-F8945F4FA0E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561BEE7-8628-479F-A6D6-9075C5247A9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sld>
</file>

<file path=ppt/slides/slide6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DE58BB6-6A7F-40CC-BCCC-92273DB494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A6380092-6AF4-4703-858C-54663BF8F9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xmlns:a="http://schemas.openxmlformats.org/drawingml/2006/main">
              <a:ext uri="{FF2B5EF4-FFF2-40B4-BE49-F238E27FC236}">
                <a16:creationId xmlns:a16="http://schemas.microsoft.com/office/drawing/2014/main" id="{F2EDCBB7-451B-4332-8438-157269E60C0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E299D76-755F-4E1F-9858-D59259A2D57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4C5E18-E936-4C6B-ACB7-E9D6FCAD563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94</a:t>
            </a:r>
          </a:p>
        </p:txBody>
      </p:sp>
      <p:sp>
        <p:nvSpPr>
          <p:cNvPr id="6" name="block-head">
            <a:extLst xmlns:a="http://schemas.openxmlformats.org/drawingml/2006/main">
              <a:ext uri="{FF2B5EF4-FFF2-40B4-BE49-F238E27FC236}">
                <a16:creationId xmlns:a16="http://schemas.microsoft.com/office/drawing/2014/main" id="{66106C3C-EF05-4D1B-A53E-2AB7491F5DA2}"/>
              </a:ext>
            </a:extLst>
          </p:cNvPr>
          <p:cNvSpPr>
            <a:spLocks xmlns:a="http://schemas.openxmlformats.org/drawingml/2006/main" noGrp="1"/>
          </p:cNvSpPr>
          <p:nvPr/>
        </p:nvSpPr>
        <p:spPr>
          <a:xfrm xmlns:a="http://schemas.openxmlformats.org/drawingml/2006/main">
            <a:off x="857250" y="3048000"/>
            <a:ext cx="2667000" cy="1428750"/>
          </a:xfrm>
          <a:prstGeom xmlns:a="http://schemas.openxmlformats.org/drawingml/2006/main" prst="roundRect">
            <a:avLst>
              <a:gd name="adj" fmla="val 5333"/>
            </a:avLst>
          </a:prstGeom>
          <a:solidFill xmlns:a="http://schemas.openxmlformats.org/drawingml/2006/main">
            <a:srgbClr val="FFF3E4"/>
          </a:solidFill>
          <a:ln xmlns:a="http://schemas.openxmlformats.org/drawingml/2006/main" w="9525">
            <a:solidFill>
              <a:srgbClr val="D9E2EC"/>
            </a:solidFill>
            <a:prstDash val="solid"/>
          </a:ln>
        </p:spPr>
      </p:sp>
      <p:sp>
        <p:nvSpPr>
          <p:cNvPr id="7" name="block-head-text">
            <a:extLst xmlns:a="http://schemas.openxmlformats.org/drawingml/2006/main">
              <a:ext uri="{FF2B5EF4-FFF2-40B4-BE49-F238E27FC236}">
                <a16:creationId xmlns:a16="http://schemas.microsoft.com/office/drawing/2014/main" id="{76875E82-ECA1-4235-A56F-A61BDE568D03}"/>
              </a:ext>
            </a:extLst>
          </p:cNvPr>
          <p:cNvSpPr>
            <a:spLocks xmlns:a="http://schemas.openxmlformats.org/drawingml/2006/main" noGrp="1"/>
          </p:cNvSpPr>
          <p:nvPr/>
        </p:nvSpPr>
        <p:spPr>
          <a:xfrm xmlns:a="http://schemas.openxmlformats.org/drawingml/2006/main">
            <a:off x="990600" y="3162300"/>
            <a:ext cx="2400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xmlns:a="http://schemas.openxmlformats.org/drawingml/2006/main">
              <a:ext uri="{FF2B5EF4-FFF2-40B4-BE49-F238E27FC236}">
                <a16:creationId xmlns:a16="http://schemas.microsoft.com/office/drawing/2014/main" id="{FB522F5A-335C-48A0-B250-FAC1D602B332}"/>
              </a:ext>
            </a:extLst>
          </p:cNvPr>
          <p:cNvSpPr>
            <a:spLocks xmlns:a="http://schemas.openxmlformats.org/drawingml/2006/main" noGrp="1"/>
          </p:cNvSpPr>
          <p:nvPr/>
        </p:nvSpPr>
        <p:spPr>
          <a:xfrm xmlns:a="http://schemas.openxmlformats.org/drawingml/2006/main">
            <a:off x="476250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block-b1-text">
            <a:extLst xmlns:a="http://schemas.openxmlformats.org/drawingml/2006/main">
              <a:ext uri="{FF2B5EF4-FFF2-40B4-BE49-F238E27FC236}">
                <a16:creationId xmlns:a16="http://schemas.microsoft.com/office/drawing/2014/main" id="{785EAC0F-A78D-498F-9B1C-6C2C3F53E447}"/>
              </a:ext>
            </a:extLst>
          </p:cNvPr>
          <p:cNvSpPr>
            <a:spLocks xmlns:a="http://schemas.openxmlformats.org/drawingml/2006/main" noGrp="1"/>
          </p:cNvSpPr>
          <p:nvPr/>
        </p:nvSpPr>
        <p:spPr>
          <a:xfrm xmlns:a="http://schemas.openxmlformats.org/drawingml/2006/main">
            <a:off x="489585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xmlns:a="http://schemas.openxmlformats.org/drawingml/2006/main">
              <a:ext uri="{FF2B5EF4-FFF2-40B4-BE49-F238E27FC236}">
                <a16:creationId xmlns:a16="http://schemas.microsoft.com/office/drawing/2014/main" id="{E09C9375-83C2-4361-887A-29DDD162A2A6}"/>
              </a:ext>
            </a:extLst>
          </p:cNvPr>
          <p:cNvSpPr>
            <a:spLocks xmlns:a="http://schemas.openxmlformats.org/drawingml/2006/main" noGrp="1"/>
          </p:cNvSpPr>
          <p:nvPr/>
        </p:nvSpPr>
        <p:spPr>
          <a:xfrm xmlns:a="http://schemas.openxmlformats.org/drawingml/2006/main">
            <a:off x="4762500" y="403860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block-b2-text">
            <a:extLst xmlns:a="http://schemas.openxmlformats.org/drawingml/2006/main">
              <a:ext uri="{FF2B5EF4-FFF2-40B4-BE49-F238E27FC236}">
                <a16:creationId xmlns:a16="http://schemas.microsoft.com/office/drawing/2014/main" id="{3A02807F-F05D-44F3-BB01-5E7730858D7E}"/>
              </a:ext>
            </a:extLst>
          </p:cNvPr>
          <p:cNvSpPr>
            <a:spLocks xmlns:a="http://schemas.openxmlformats.org/drawingml/2006/main" noGrp="1"/>
          </p:cNvSpPr>
          <p:nvPr/>
        </p:nvSpPr>
        <p:spPr>
          <a:xfrm xmlns:a="http://schemas.openxmlformats.org/drawingml/2006/main">
            <a:off x="4895850" y="415290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xmlns:a="http://schemas.openxmlformats.org/drawingml/2006/main">
              <a:ext uri="{FF2B5EF4-FFF2-40B4-BE49-F238E27FC236}">
                <a16:creationId xmlns:a16="http://schemas.microsoft.com/office/drawing/2014/main" id="{9CD84652-69B4-46D8-9253-AC604CEB1C48}"/>
              </a:ext>
            </a:extLst>
          </p:cNvPr>
          <p:cNvSpPr>
            <a:spLocks xmlns:a="http://schemas.openxmlformats.org/drawingml/2006/main" noGrp="1"/>
          </p:cNvSpPr>
          <p:nvPr/>
        </p:nvSpPr>
        <p:spPr>
          <a:xfrm xmlns:a="http://schemas.openxmlformats.org/drawingml/2006/main">
            <a:off x="832485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block-b3-text">
            <a:extLst xmlns:a="http://schemas.openxmlformats.org/drawingml/2006/main">
              <a:ext uri="{FF2B5EF4-FFF2-40B4-BE49-F238E27FC236}">
                <a16:creationId xmlns:a16="http://schemas.microsoft.com/office/drawing/2014/main" id="{CBA63FC0-46CC-43A6-A53F-3B290C792644}"/>
              </a:ext>
            </a:extLst>
          </p:cNvPr>
          <p:cNvSpPr>
            <a:spLocks xmlns:a="http://schemas.openxmlformats.org/drawingml/2006/main" noGrp="1"/>
          </p:cNvSpPr>
          <p:nvPr/>
        </p:nvSpPr>
        <p:spPr>
          <a:xfrm xmlns:a="http://schemas.openxmlformats.org/drawingml/2006/main">
            <a:off x="845820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flipV="1">
            <a:off x="3524250" y="2952750"/>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6" idx="3"/>
            <a:endCxn xmlns:a="http://schemas.openxmlformats.org/drawingml/2006/main" id="10" idx="1"/>
          </p:cNvCxnSpPr>
          <p:nvPr/>
        </p:nvCxnSpPr>
        <p:spPr>
          <a:xfrm xmlns:a="http://schemas.openxmlformats.org/drawingml/2006/main">
            <a:off x="3524250" y="3762375"/>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2" idx="1"/>
          </p:cNvCxnSpPr>
          <p:nvPr/>
        </p:nvCxnSpPr>
        <p:spPr>
          <a:xfrm xmlns:a="http://schemas.openxmlformats.org/drawingml/2006/main">
            <a:off x="7048500" y="2952750"/>
            <a:ext cx="12763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block-caption">
            <a:extLst xmlns:a="http://schemas.openxmlformats.org/drawingml/2006/main">
              <a:ext uri="{FF2B5EF4-FFF2-40B4-BE49-F238E27FC236}">
                <a16:creationId xmlns:a16="http://schemas.microsoft.com/office/drawing/2014/main" id="{57453B66-421E-4B89-AFC4-B1AC24AD2E27}"/>
              </a:ext>
            </a:extLst>
          </p:cNvPr>
          <p:cNvSpPr>
            <a:spLocks xmlns:a="http://schemas.openxmlformats.org/drawingml/2006/main" noGrp="1"/>
          </p:cNvSpPr>
          <p:nvPr/>
        </p:nvSpPr>
        <p:spPr>
          <a:xfrm xmlns:a="http://schemas.openxmlformats.org/drawingml/2006/main">
            <a:off x="1809750" y="556260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1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Tree>
    <p:extLst>
      <p:ext uri="{BB962C8B-B14F-4D97-AF65-F5344CB8AC3E}">
        <p14:creationId xmlns:p14="http://schemas.microsoft.com/office/powerpoint/2010/main" val="141698259"/>
      </p:ext>
    </p:extLst>
  </p:cSld>
</p:sld>
</file>

<file path=ppt/slides/slide6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5A605CE-E541-4685-BC3C-123933A4524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7A4540FE-48A7-49DE-8F37-86EB4838B32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xmlns:a="http://schemas.openxmlformats.org/drawingml/2006/main">
              <a:ext uri="{FF2B5EF4-FFF2-40B4-BE49-F238E27FC236}">
                <a16:creationId xmlns:a16="http://schemas.microsoft.com/office/drawing/2014/main" id="{4C7EDD86-AD63-429C-A3EA-53F31D32780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37A0B15-51E5-4944-B646-D239B0FAF3F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D8C9A2-05D1-4B5F-B853-EDD78D33173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94</a:t>
            </a:r>
          </a:p>
        </p:txBody>
      </p:sp>
      <p:sp>
        <p:nvSpPr>
          <p:cNvPr id="6" name="left-title">
            <a:extLst xmlns:a="http://schemas.openxmlformats.org/drawingml/2006/main">
              <a:ext uri="{FF2B5EF4-FFF2-40B4-BE49-F238E27FC236}">
                <a16:creationId xmlns:a16="http://schemas.microsoft.com/office/drawing/2014/main" id="{10FCBCE6-444E-4413-96E7-350B56DA3FBA}"/>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xmlns:a="http://schemas.openxmlformats.org/drawingml/2006/main">
              <a:ext uri="{FF2B5EF4-FFF2-40B4-BE49-F238E27FC236}">
                <a16:creationId xmlns:a16="http://schemas.microsoft.com/office/drawing/2014/main" id="{C728DF73-D27F-41AC-8D82-213C4C1EAAF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xmlns:a="http://schemas.openxmlformats.org/drawingml/2006/main">
              <a:ext uri="{FF2B5EF4-FFF2-40B4-BE49-F238E27FC236}">
                <a16:creationId xmlns:a16="http://schemas.microsoft.com/office/drawing/2014/main" id="{FAC3756C-2EEB-455B-9BF1-B2FE46FC298D}"/>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CB9ED7A-6451-430E-9410-21A59599B52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xmlns:a="http://schemas.openxmlformats.org/drawingml/2006/main">
              <a:ext uri="{FF2B5EF4-FFF2-40B4-BE49-F238E27FC236}">
                <a16:creationId xmlns:a16="http://schemas.microsoft.com/office/drawing/2014/main" id="{9EA7162D-B102-44CA-B882-EE4DBA1C922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xmlns:a="http://schemas.openxmlformats.org/drawingml/2006/main">
              <a:ext uri="{FF2B5EF4-FFF2-40B4-BE49-F238E27FC236}">
                <a16:creationId xmlns:a16="http://schemas.microsoft.com/office/drawing/2014/main" id="{81C2F785-4F48-4C72-9ACF-48CBF48EF8E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7EDCD42-B0BA-4E59-99B0-33F77FB1D93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sld>
</file>

<file path=ppt/slides/slide6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32C4B81-10C6-4D94-BAE7-C773CAC647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EEC115A4-DD3D-4F80-A802-E91DD178675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xmlns:a="http://schemas.openxmlformats.org/drawingml/2006/main">
              <a:ext uri="{FF2B5EF4-FFF2-40B4-BE49-F238E27FC236}">
                <a16:creationId xmlns:a16="http://schemas.microsoft.com/office/drawing/2014/main" id="{2B714C36-2B4D-49EE-BDA3-0A8D100E06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77839D3-FD2E-46AD-A076-25D107D1B9F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888BF3A-96D5-4EBE-853F-B1B0036B509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94</a:t>
            </a:r>
          </a:p>
        </p:txBody>
      </p:sp>
      <p:sp>
        <p:nvSpPr>
          <p:cNvPr id="6" name="lead">
            <a:extLst xmlns:a="http://schemas.openxmlformats.org/drawingml/2006/main">
              <a:ext uri="{FF2B5EF4-FFF2-40B4-BE49-F238E27FC236}">
                <a16:creationId xmlns:a16="http://schemas.microsoft.com/office/drawing/2014/main" id="{541EFF04-68B8-460F-9EE1-FECCA16CCC0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xmlns:a="http://schemas.openxmlformats.org/drawingml/2006/main">
              <a:ext uri="{FF2B5EF4-FFF2-40B4-BE49-F238E27FC236}">
                <a16:creationId xmlns:a16="http://schemas.microsoft.com/office/drawing/2014/main" id="{0B062423-9B89-4A5C-B60E-1C3ABD32051A}"/>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2EAAD473-9058-4C9B-8A4D-1BCA5536EEC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sld>
</file>

<file path=ppt/slides/slide6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AA82688-64F8-45EE-8FB7-9D6AD8EFBED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7CF09F2-10E1-4089-BF3A-8A82BD994F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xmlns:a="http://schemas.openxmlformats.org/drawingml/2006/main">
              <a:ext uri="{FF2B5EF4-FFF2-40B4-BE49-F238E27FC236}">
                <a16:creationId xmlns:a16="http://schemas.microsoft.com/office/drawing/2014/main" id="{EA0E836C-73F1-423D-B88A-48F212DD86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A39FBEF-80AE-4D16-B2F5-0D0D48496F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774857F-2506-4D2F-87A8-6A3675A75AD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94</a:t>
            </a:r>
          </a:p>
        </p:txBody>
      </p:sp>
      <p:sp>
        <p:nvSpPr>
          <p:cNvPr id="6" name="lead">
            <a:extLst xmlns:a="http://schemas.openxmlformats.org/drawingml/2006/main">
              <a:ext uri="{FF2B5EF4-FFF2-40B4-BE49-F238E27FC236}">
                <a16:creationId xmlns:a16="http://schemas.microsoft.com/office/drawing/2014/main" id="{5480A56E-368E-443E-B007-D4491C35D0D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xmlns:a="http://schemas.openxmlformats.org/drawingml/2006/main">
              <a:ext uri="{FF2B5EF4-FFF2-40B4-BE49-F238E27FC236}">
                <a16:creationId xmlns:a16="http://schemas.microsoft.com/office/drawing/2014/main" id="{63D8596B-A102-4B53-98EF-A0928394A58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E0349D9-EDC6-4E0E-85E2-6A4648D7A73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sld>
</file>

<file path=ppt/slides/slide7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772784F7-9E90-4897-B799-E75535CD4F34}"/>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xmlns:a="http://schemas.openxmlformats.org/drawingml/2006/main">
              <a:ext uri="{FF2B5EF4-FFF2-40B4-BE49-F238E27FC236}">
                <a16:creationId xmlns:a16="http://schemas.microsoft.com/office/drawing/2014/main" id="{A405E02D-5EA1-494D-AA2D-A76AFC1D6A47}"/>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445"/>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xmlns:a="http://schemas.openxmlformats.org/drawingml/2006/main">
              <a:ext uri="{FF2B5EF4-FFF2-40B4-BE49-F238E27FC236}">
                <a16:creationId xmlns:a16="http://schemas.microsoft.com/office/drawing/2014/main" id="{FD62CA3E-297C-4E36-A19B-70BC59382333}"/>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496D2F80-74D3-4C34-9C8B-4AF584842652}"/>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B28F5385-C44D-4989-9ADA-1138DEEE2E8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xmlns:a="http://schemas.openxmlformats.org/drawingml/2006/main">
              <a:ext uri="{FF2B5EF4-FFF2-40B4-BE49-F238E27FC236}">
                <a16:creationId xmlns:a16="http://schemas.microsoft.com/office/drawing/2014/main" id="{1DC1A6A8-40F9-4758-8199-9C5478CC0D3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510B4C32-0209-4AC0-8CB5-64F78BDC182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xmlns:a="http://schemas.openxmlformats.org/drawingml/2006/main">
              <a:ext uri="{FF2B5EF4-FFF2-40B4-BE49-F238E27FC236}">
                <a16:creationId xmlns:a16="http://schemas.microsoft.com/office/drawing/2014/main" id="{9D0CEECB-6F90-4F0E-9781-B7B152CE471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7256B07-8C1B-4A2E-83D1-E6E1408D9CC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xmlns:a="http://schemas.openxmlformats.org/drawingml/2006/main">
              <a:ext uri="{FF2B5EF4-FFF2-40B4-BE49-F238E27FC236}">
                <a16:creationId xmlns:a16="http://schemas.microsoft.com/office/drawing/2014/main" id="{87408AD1-FFB3-4A82-9395-46EF4B4BEE1D}"/>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E30B5-AB57-4D9C-B27E-1BB265E95849}"/>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xmlns:a="http://schemas.openxmlformats.org/drawingml/2006/main">
              <a:ext uri="{FF2B5EF4-FFF2-40B4-BE49-F238E27FC236}">
                <a16:creationId xmlns:a16="http://schemas.microsoft.com/office/drawing/2014/main" id="{56697A33-14AD-4CE5-8D11-1DB36F7CCF1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94</a:t>
            </a:r>
          </a:p>
        </p:txBody>
      </p:sp>
    </p:spTree>
    <p:extLst>
      <p:ext uri="{BB962C8B-B14F-4D97-AF65-F5344CB8AC3E}">
        <p14:creationId xmlns:p14="http://schemas.microsoft.com/office/powerpoint/2010/main" val="1175942607"/>
      </p:ext>
    </p:extLst>
  </p:cSld>
</p:sld>
</file>

<file path=ppt/slides/slide7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77974D9-3C6F-4821-98E7-B83306991606}"/>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xmlns:a="http://schemas.openxmlformats.org/drawingml/2006/main">
              <a:ext uri="{FF2B5EF4-FFF2-40B4-BE49-F238E27FC236}">
                <a16:creationId xmlns:a16="http://schemas.microsoft.com/office/drawing/2014/main" id="{38405F77-D08B-497D-9AF6-06C6503BA8F9}"/>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474AADED-8137-4668-9E95-053B4C2DA75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xmlns:a="http://schemas.openxmlformats.org/drawingml/2006/main">
              <a:ext uri="{FF2B5EF4-FFF2-40B4-BE49-F238E27FC236}">
                <a16:creationId xmlns:a16="http://schemas.microsoft.com/office/drawing/2014/main" id="{3B4C23C0-15E1-4B1C-AC6F-8D93D7FEE552}"/>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xmlns:a="http://schemas.openxmlformats.org/drawingml/2006/main">
              <a:ext uri="{FF2B5EF4-FFF2-40B4-BE49-F238E27FC236}">
                <a16:creationId xmlns:a16="http://schemas.microsoft.com/office/drawing/2014/main" id="{BDAFECF5-7A88-4563-B663-5C1777D82E05}"/>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sld>
</file>

<file path=ppt/slides/slide7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049AD5-DA03-4DCA-AD8E-A7C8D35453B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9CD33AA-4865-4D15-8A41-166838D37AE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xmlns:a="http://schemas.openxmlformats.org/drawingml/2006/main">
              <a:ext uri="{FF2B5EF4-FFF2-40B4-BE49-F238E27FC236}">
                <a16:creationId xmlns:a16="http://schemas.microsoft.com/office/drawing/2014/main" id="{CB6BAB57-5DF1-473D-97E6-A84DECECF6C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2E56B68-034E-41D8-9405-34EAFFC0362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FFB265-D2B0-43D2-B014-EF316EAB2C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94</a:t>
            </a:r>
          </a:p>
        </p:txBody>
      </p:sp>
      <p:sp>
        <p:nvSpPr>
          <p:cNvPr id="6" name="left-title">
            <a:extLst xmlns:a="http://schemas.openxmlformats.org/drawingml/2006/main">
              <a:ext uri="{FF2B5EF4-FFF2-40B4-BE49-F238E27FC236}">
                <a16:creationId xmlns:a16="http://schemas.microsoft.com/office/drawing/2014/main" id="{60D69119-8FF1-4A52-8152-CAF31DE0D4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xmlns:a="http://schemas.openxmlformats.org/drawingml/2006/main">
              <a:ext uri="{FF2B5EF4-FFF2-40B4-BE49-F238E27FC236}">
                <a16:creationId xmlns:a16="http://schemas.microsoft.com/office/drawing/2014/main" id="{BA02A9BE-A8BD-498D-A855-7CF3DCD6167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xmlns:a="http://schemas.openxmlformats.org/drawingml/2006/main">
              <a:ext uri="{FF2B5EF4-FFF2-40B4-BE49-F238E27FC236}">
                <a16:creationId xmlns:a16="http://schemas.microsoft.com/office/drawing/2014/main" id="{B7EAEE3A-3536-4F22-849D-0F4AE8BC82AA}"/>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27C5019-AACC-44D0-9ECB-612BCC83DAB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xmlns:a="http://schemas.openxmlformats.org/drawingml/2006/main">
              <a:ext uri="{FF2B5EF4-FFF2-40B4-BE49-F238E27FC236}">
                <a16:creationId xmlns:a16="http://schemas.microsoft.com/office/drawing/2014/main" id="{CA506B11-7357-4C1C-9530-55E2100990DC}"/>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xmlns:a="http://schemas.openxmlformats.org/drawingml/2006/main">
              <a:ext uri="{FF2B5EF4-FFF2-40B4-BE49-F238E27FC236}">
                <a16:creationId xmlns:a16="http://schemas.microsoft.com/office/drawing/2014/main" id="{61A71D8D-F295-4DD7-BC0C-0155F9416F0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B1360CF-D69D-43A4-9803-49351FEFC94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sld>
</file>

<file path=ppt/slides/slide7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D2C58F2-6661-4A36-8C8B-27DB6A2743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39AA2973-E11B-4C39-A566-EDD0DB4BE66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xmlns:a="http://schemas.openxmlformats.org/drawingml/2006/main">
              <a:ext uri="{FF2B5EF4-FFF2-40B4-BE49-F238E27FC236}">
                <a16:creationId xmlns:a16="http://schemas.microsoft.com/office/drawing/2014/main" id="{6B0B1CBA-260B-45FA-89D7-5EA03ECCF43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271F447-EC3B-48DB-AD32-14F8B4355E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47B3C4D-FE68-4BDA-BADD-38452964EA1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94</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Scope</a:t>
                      </a:r>
                    </a:p>
                  </a:txBody>
                  <a:tcPr marL="91440" marR="91440" marT="45720" marB="45720">
                    <a:solidFill>
                      <a:srgbClr val="0B1F33"/>
                    </a:solidFill>
                  </a:tcPr>
                </a:tc>
                <a:tc>
                  <a:txBody>
                    <a:bodyPr/>
                    <a:lstStyle/>
                    <a:p>
                      <a:r>
                        <a:rPr sz="1500" b="1">
                          <a:solidFill>
                            <a:srgbClr val="FFFFFF"/>
                          </a:solidFill>
                          <a:latin typeface="Aptos"/>
                          <a:ea typeface="Aptos"/>
                          <a:cs typeface="Aptos"/>
                        </a:rPr>
                        <a:t>Beispiel</a:t>
                      </a:r>
                    </a:p>
                  </a:txBody>
                  <a:tcPr marL="91440" marR="91440" marT="45720" marB="45720">
                    <a:solidFill>
                      <a:srgbClr val="0B1F33"/>
                    </a:solidFill>
                  </a:tcPr>
                </a:tc>
                <a:tc>
                  <a:txBody>
                    <a:bodyPr/>
                    <a:lstStyle/>
                    <a:p>
                      <a:r>
                        <a:rPr sz="1500" b="1">
                          <a:solidFill>
                            <a:srgbClr val="FFFFFF"/>
                          </a:solidFill>
                          <a:latin typeface="Aptos"/>
                          <a:ea typeface="Aptos"/>
                          <a:cs typeface="Aptos"/>
                        </a:rPr>
                        <a:t>geeignete Frage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Request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sys.dm_exec_requests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Worauf wartet diese laufende Ausführung jetzt?</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Session/Task</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sys.dm_os_waiting_tasks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Ressource blockiert welchen Task?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Query-Historie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Query Store Wait Stats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Welche Wait-Kategorien begleiteten die Query im Zeitraum?</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Instanz</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sys.dm_os_wait_stats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Wartearten dominierten im gemessenen Intervall?</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678693500"/>
      </p:ext>
    </p:extLst>
  </p:cSld>
</p:sld>
</file>

<file path=ppt/slides/slide7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B9D42F9-2A1B-4419-92B6-9AC148377D8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61233047-3166-41B7-9DC5-26BDDD7819F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xmlns:a="http://schemas.openxmlformats.org/drawingml/2006/main">
              <a:ext uri="{FF2B5EF4-FFF2-40B4-BE49-F238E27FC236}">
                <a16:creationId xmlns:a16="http://schemas.microsoft.com/office/drawing/2014/main" id="{EC59FB45-1DF6-4032-966E-045D946083B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E0F28E-6800-4885-BB82-636F5B9304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96C55DE-BCC6-4815-BADD-F53E103E032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94</a:t>
            </a:r>
          </a:p>
        </p:txBody>
      </p:sp>
      <p:sp>
        <p:nvSpPr>
          <p:cNvPr id="6" name="left-title">
            <a:extLst xmlns:a="http://schemas.openxmlformats.org/drawingml/2006/main">
              <a:ext uri="{FF2B5EF4-FFF2-40B4-BE49-F238E27FC236}">
                <a16:creationId xmlns:a16="http://schemas.microsoft.com/office/drawing/2014/main" id="{FE891408-4E96-46FC-BA57-CEDFC93C72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xmlns:a="http://schemas.openxmlformats.org/drawingml/2006/main">
              <a:ext uri="{FF2B5EF4-FFF2-40B4-BE49-F238E27FC236}">
                <a16:creationId xmlns:a16="http://schemas.microsoft.com/office/drawing/2014/main" id="{446BDA0F-2EA1-454E-8F53-02F7F9E24FF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xmlns:a="http://schemas.openxmlformats.org/drawingml/2006/main">
              <a:ext uri="{FF2B5EF4-FFF2-40B4-BE49-F238E27FC236}">
                <a16:creationId xmlns:a16="http://schemas.microsoft.com/office/drawing/2014/main" id="{06673ED7-B45F-4EF5-8096-ABD21D17F90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A59692DC-B6B3-405A-82B7-D10DFB0881B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xmlns:a="http://schemas.openxmlformats.org/drawingml/2006/main">
              <a:ext uri="{FF2B5EF4-FFF2-40B4-BE49-F238E27FC236}">
                <a16:creationId xmlns:a16="http://schemas.microsoft.com/office/drawing/2014/main" id="{413E5083-6D29-4739-9F87-14673D2EC70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xmlns:a="http://schemas.openxmlformats.org/drawingml/2006/main">
              <a:ext uri="{FF2B5EF4-FFF2-40B4-BE49-F238E27FC236}">
                <a16:creationId xmlns:a16="http://schemas.microsoft.com/office/drawing/2014/main" id="{80B31952-F0B7-4786-8492-01B2902C3E1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FA162B2-6C74-4D6D-A923-E5DEDC04CA8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sld>
</file>

<file path=ppt/slides/slide7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8217AF2-5637-4916-A8E2-928EFEA999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E8DD164-7EC4-4EA4-AAFD-1BF2208DEAA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xmlns:a="http://schemas.openxmlformats.org/drawingml/2006/main">
              <a:ext uri="{FF2B5EF4-FFF2-40B4-BE49-F238E27FC236}">
                <a16:creationId xmlns:a16="http://schemas.microsoft.com/office/drawing/2014/main" id="{013C86FC-853A-461E-9D41-A45E68289B5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4E4A08A-FC95-4F14-9FF7-BF6F9C22E389}"/>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BAA270-6D79-4705-BE5B-3FC183B1DFC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94</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Signal</a:t>
                      </a:r>
                    </a:p>
                  </a:txBody>
                  <a:tcPr marL="91440" marR="91440" marT="45720" marB="45720">
                    <a:solidFill>
                      <a:srgbClr val="0B1F33"/>
                    </a:solidFill>
                  </a:tcPr>
                </a:tc>
                <a:tc>
                  <a:txBody>
                    <a:bodyPr/>
                    <a:lstStyle/>
                    <a:p>
                      <a:r>
                        <a:rPr sz="1500" b="1">
                          <a:solidFill>
                            <a:srgbClr val="FFFFFF"/>
                          </a:solidFill>
                          <a:latin typeface="Aptos"/>
                          <a:ea typeface="Aptos"/>
                          <a:cs typeface="Aptos"/>
                        </a:rPr>
                        <a:t>häufige Bedeutung</a:t>
                      </a:r>
                    </a:p>
                  </a:txBody>
                  <a:tcPr marL="91440" marR="91440" marT="45720" marB="45720">
                    <a:solidFill>
                      <a:srgbClr val="0B1F33"/>
                    </a:solidFill>
                  </a:tcPr>
                </a:tc>
                <a:tc>
                  <a:txBody>
                    <a:bodyPr/>
                    <a:lstStyle/>
                    <a:p>
                      <a:r>
                        <a:rPr sz="1500" b="1">
                          <a:solidFill>
                            <a:srgbClr val="FFFFFF"/>
                          </a:solidFill>
                          <a:latin typeface="Aptos"/>
                          <a:ea typeface="Aptos"/>
                          <a:cs typeface="Aptos"/>
                        </a:rPr>
                        <a:t>nächste Evidenz</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PAGEIOLATCH_*</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Data-Page-I/O</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File-Latenz, Reads, Cachemisses, Plan</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PAGELATCH_*</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In-Memory-Latch auf Page-Struktur</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Resource Description, TempDB/Hot Page</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WRITELOG</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Log Flush</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Log-Write-Latenz, Commitmuster, Lograte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ASYNC_NETWORK_IO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Server wartet auf Clientkonsum</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Resultsetgröße, Clientfetch, Netzwerk</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614357087"/>
      </p:ext>
    </p:extLst>
  </p:cSld>
</p:sld>
</file>

<file path=ppt/slides/slide7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81A740-7B28-4826-B09E-FEF6637979B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D012D0E8-1964-4818-ACB5-64378548EE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xmlns:a="http://schemas.openxmlformats.org/drawingml/2006/main">
              <a:ext uri="{FF2B5EF4-FFF2-40B4-BE49-F238E27FC236}">
                <a16:creationId xmlns:a16="http://schemas.microsoft.com/office/drawing/2014/main" id="{965CB9CF-7F10-49A3-9742-B9431A8D14D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C8E1642-DDD6-4882-9B68-E381764BE3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1BD0CE-3C24-4923-AF13-E8E04ABFEB6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94</a:t>
            </a:r>
          </a:p>
        </p:txBody>
      </p:sp>
      <p:sp>
        <p:nvSpPr>
          <p:cNvPr id="6" name="lead">
            <a:extLst xmlns:a="http://schemas.openxmlformats.org/drawingml/2006/main">
              <a:ext uri="{FF2B5EF4-FFF2-40B4-BE49-F238E27FC236}">
                <a16:creationId xmlns:a16="http://schemas.microsoft.com/office/drawing/2014/main" id="{E73437D9-B209-4CC9-B1CA-877044DF5E3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xmlns:a="http://schemas.openxmlformats.org/drawingml/2006/main">
              <a:ext uri="{FF2B5EF4-FFF2-40B4-BE49-F238E27FC236}">
                <a16:creationId xmlns:a16="http://schemas.microsoft.com/office/drawing/2014/main" id="{87940E6F-1985-49E5-82D9-23C24ADB73E0}"/>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99EFE89-7D13-408D-9582-67BFB4743E2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sld>
</file>

<file path=ppt/slides/slide7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8D9FA56-D7BD-412B-8336-DFCD10F51E5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8806666-2F6A-4D32-8358-021BE56C01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xmlns:a="http://schemas.openxmlformats.org/drawingml/2006/main">
              <a:ext uri="{FF2B5EF4-FFF2-40B4-BE49-F238E27FC236}">
                <a16:creationId xmlns:a16="http://schemas.microsoft.com/office/drawing/2014/main" id="{B88A59FB-2784-46B8-9B74-6CF6FF985C3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32E6BA9-10EE-437C-9C07-99BF323B71D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5D8B65A-795C-41A7-B467-551034286B65}"/>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94</a:t>
            </a:r>
          </a:p>
        </p:txBody>
      </p:sp>
      <p:sp>
        <p:nvSpPr>
          <p:cNvPr id="6" name="left-title">
            <a:extLst xmlns:a="http://schemas.openxmlformats.org/drawingml/2006/main">
              <a:ext uri="{FF2B5EF4-FFF2-40B4-BE49-F238E27FC236}">
                <a16:creationId xmlns:a16="http://schemas.microsoft.com/office/drawing/2014/main" id="{4F71FB49-B2A6-4407-AA46-B7020D39DD4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xmlns:a="http://schemas.openxmlformats.org/drawingml/2006/main">
              <a:ext uri="{FF2B5EF4-FFF2-40B4-BE49-F238E27FC236}">
                <a16:creationId xmlns:a16="http://schemas.microsoft.com/office/drawing/2014/main" id="{14C03BD4-8759-441E-80DB-D390CEEA86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xmlns:a="http://schemas.openxmlformats.org/drawingml/2006/main">
              <a:ext uri="{FF2B5EF4-FFF2-40B4-BE49-F238E27FC236}">
                <a16:creationId xmlns:a16="http://schemas.microsoft.com/office/drawing/2014/main" id="{418818E3-8FDE-46C9-AD68-3A2A41C5D253}"/>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8E37AB6-3E8D-41A3-B740-758C7616EB6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xmlns:a="http://schemas.openxmlformats.org/drawingml/2006/main">
              <a:ext uri="{FF2B5EF4-FFF2-40B4-BE49-F238E27FC236}">
                <a16:creationId xmlns:a16="http://schemas.microsoft.com/office/drawing/2014/main" id="{19395991-6313-402D-9056-E3F0C6601A29}"/>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xmlns:a="http://schemas.openxmlformats.org/drawingml/2006/main">
              <a:ext uri="{FF2B5EF4-FFF2-40B4-BE49-F238E27FC236}">
                <a16:creationId xmlns:a16="http://schemas.microsoft.com/office/drawing/2014/main" id="{2D53657E-0666-4A92-AEA9-53B252F5486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9366787-9708-428F-82A8-E619516C74A9}"/>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sld>
</file>

<file path=ppt/slides/slide7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C8AEFF4-DEFC-46D7-8D0E-C37DFF17076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FEC735E-1279-421C-A862-88C7793CD8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xmlns:a="http://schemas.openxmlformats.org/drawingml/2006/main">
              <a:ext uri="{FF2B5EF4-FFF2-40B4-BE49-F238E27FC236}">
                <a16:creationId xmlns:a16="http://schemas.microsoft.com/office/drawing/2014/main" id="{E1497767-9126-4F60-9F35-417EDE7165A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C576267-6C11-4365-9A53-D9C94C2D92A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B9DE52-B208-4B2F-9741-0B31F26CB9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94</a:t>
            </a:r>
          </a:p>
        </p:txBody>
      </p:sp>
      <p:sp>
        <p:nvSpPr>
          <p:cNvPr id="6" name="flow-1">
            <a:extLst xmlns:a="http://schemas.openxmlformats.org/drawingml/2006/main">
              <a:ext uri="{FF2B5EF4-FFF2-40B4-BE49-F238E27FC236}">
                <a16:creationId xmlns:a16="http://schemas.microsoft.com/office/drawing/2014/main" id="{0D649366-3DAD-42F7-8230-E45D141FB1D6}"/>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055A90E2-FB6A-43AD-A38F-0878C22B5746}"/>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xmlns:a="http://schemas.openxmlformats.org/drawingml/2006/main">
              <a:ext uri="{FF2B5EF4-FFF2-40B4-BE49-F238E27FC236}">
                <a16:creationId xmlns:a16="http://schemas.microsoft.com/office/drawing/2014/main" id="{5753436A-88FB-420A-8614-4D21C4A573AA}"/>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D544E734-8238-45C4-846C-82CB12311590}"/>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xmlns:a="http://schemas.openxmlformats.org/drawingml/2006/main">
              <a:ext uri="{FF2B5EF4-FFF2-40B4-BE49-F238E27FC236}">
                <a16:creationId xmlns:a16="http://schemas.microsoft.com/office/drawing/2014/main" id="{055C03D6-E498-4DC5-B89B-7642A8CB9769}"/>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EDFDB149-E5C4-4959-A2DA-06C333F2A763}"/>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xmlns:a="http://schemas.openxmlformats.org/drawingml/2006/main">
              <a:ext uri="{FF2B5EF4-FFF2-40B4-BE49-F238E27FC236}">
                <a16:creationId xmlns:a16="http://schemas.microsoft.com/office/drawing/2014/main" id="{A8A1CDC4-4726-4E9B-8ACB-CD7804B1604F}"/>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D1B53030-A49C-4D58-89CB-2119C8110939}"/>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xmlns:a="http://schemas.openxmlformats.org/drawingml/2006/main">
              <a:ext uri="{FF2B5EF4-FFF2-40B4-BE49-F238E27FC236}">
                <a16:creationId xmlns:a16="http://schemas.microsoft.com/office/drawing/2014/main" id="{C53FFDF2-23CA-4A47-A8DA-E979E67E4A4B}"/>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956BF807-172D-49A5-9F3F-F471BB035A3E}"/>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355382CE-D154-4B7E-9A1E-0981585BDE76}"/>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1BFB6DA-4604-43B9-9FB8-535CE1843ACF}"/>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Die teuerste Operatorzahl allein ist keine Ursachenanalyse.</a:t>
            </a:r>
          </a:p>
        </p:txBody>
      </p:sp>
    </p:spTree>
    <p:extLst>
      <p:ext uri="{BB962C8B-B14F-4D97-AF65-F5344CB8AC3E}">
        <p14:creationId xmlns:p14="http://schemas.microsoft.com/office/powerpoint/2010/main" val="995494075"/>
      </p:ext>
    </p:extLst>
  </p:cSld>
</p:sld>
</file>

<file path=ppt/slides/slide7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90D93A6-365A-4466-B9A5-B623ABF75EE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0899A09B-17D1-479B-9EDA-6584B180B19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601"/>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xmlns:a="http://schemas.openxmlformats.org/drawingml/2006/main">
              <a:ext uri="{FF2B5EF4-FFF2-40B4-BE49-F238E27FC236}">
                <a16:creationId xmlns:a16="http://schemas.microsoft.com/office/drawing/2014/main" id="{E1D08F9E-17F0-433F-BEA6-14F8216781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950329B-4712-4964-8FD0-52F1D13B89B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17596B-D85C-4134-A4AF-0D79D92F36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94</a:t>
            </a:r>
          </a:p>
        </p:txBody>
      </p:sp>
      <p:sp>
        <p:nvSpPr>
          <p:cNvPr id="6" name="left-title">
            <a:extLst xmlns:a="http://schemas.openxmlformats.org/drawingml/2006/main">
              <a:ext uri="{FF2B5EF4-FFF2-40B4-BE49-F238E27FC236}">
                <a16:creationId xmlns:a16="http://schemas.microsoft.com/office/drawing/2014/main" id="{B16A942E-A54E-4AEA-B9A3-AA7A5C80FC10}"/>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xmlns:a="http://schemas.openxmlformats.org/drawingml/2006/main">
              <a:ext uri="{FF2B5EF4-FFF2-40B4-BE49-F238E27FC236}">
                <a16:creationId xmlns:a16="http://schemas.microsoft.com/office/drawing/2014/main" id="{4DE19F8B-F916-4816-B883-425DD631821C}"/>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xmlns:a="http://schemas.openxmlformats.org/drawingml/2006/main">
              <a:ext uri="{FF2B5EF4-FFF2-40B4-BE49-F238E27FC236}">
                <a16:creationId xmlns:a16="http://schemas.microsoft.com/office/drawing/2014/main" id="{96F5BE19-8B28-4009-A4D7-D168DACECD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23AAE32F-5412-423C-A0C8-FF5D1CB9FE9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xmlns:a="http://schemas.openxmlformats.org/drawingml/2006/main">
              <a:ext uri="{FF2B5EF4-FFF2-40B4-BE49-F238E27FC236}">
                <a16:creationId xmlns:a16="http://schemas.microsoft.com/office/drawing/2014/main" id="{746EFA88-40DF-4C86-8A57-3541F0BE006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xmlns:a="http://schemas.openxmlformats.org/drawingml/2006/main">
              <a:ext uri="{FF2B5EF4-FFF2-40B4-BE49-F238E27FC236}">
                <a16:creationId xmlns:a16="http://schemas.microsoft.com/office/drawing/2014/main" id="{D084095F-21AC-42B4-B762-C3A8B432807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25A4E62-B417-48B2-9FCB-D725548A7DFB}"/>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sld>
</file>

<file path=ppt/slides/slide8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F6E446DE-08D4-4E37-BF98-6D36F7E0C7CA}"/>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xmlns:a="http://schemas.openxmlformats.org/drawingml/2006/main">
              <a:ext uri="{FF2B5EF4-FFF2-40B4-BE49-F238E27FC236}">
                <a16:creationId xmlns:a16="http://schemas.microsoft.com/office/drawing/2014/main" id="{F740ECC6-F1C2-46D5-B644-C85B9992C5F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376"/>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xmlns:a="http://schemas.openxmlformats.org/drawingml/2006/main">
              <a:ext uri="{FF2B5EF4-FFF2-40B4-BE49-F238E27FC236}">
                <a16:creationId xmlns:a16="http://schemas.microsoft.com/office/drawing/2014/main" id="{CD239907-8295-4F3C-BDAD-121610594579}"/>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20DCC9B1-7EBC-4497-8CBF-B0F899A65619}"/>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D72F7034-26EF-49CE-9220-E5C163CF9FA2}"/>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xmlns:a="http://schemas.openxmlformats.org/drawingml/2006/main">
              <a:ext uri="{FF2B5EF4-FFF2-40B4-BE49-F238E27FC236}">
                <a16:creationId xmlns:a16="http://schemas.microsoft.com/office/drawing/2014/main" id="{DC411EDB-D0C4-45EC-8D8D-3DA26EBC0273}"/>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30B669B-FE4B-4824-86B0-F4E438826B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xmlns:a="http://schemas.openxmlformats.org/drawingml/2006/main">
              <a:ext uri="{FF2B5EF4-FFF2-40B4-BE49-F238E27FC236}">
                <a16:creationId xmlns:a16="http://schemas.microsoft.com/office/drawing/2014/main" id="{744C9B2D-92DC-45CF-8D67-6EE35A0FC48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3BB6B97-FC98-4191-881B-42A68A40F664}"/>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xmlns:a="http://schemas.openxmlformats.org/drawingml/2006/main">
              <a:ext uri="{FF2B5EF4-FFF2-40B4-BE49-F238E27FC236}">
                <a16:creationId xmlns:a16="http://schemas.microsoft.com/office/drawing/2014/main" id="{9A068093-9544-44CF-8AD3-3E60CC77B690}"/>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0DC6C869-08E7-4BCB-8D90-7021B073544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xmlns:a="http://schemas.openxmlformats.org/drawingml/2006/main">
              <a:ext uri="{FF2B5EF4-FFF2-40B4-BE49-F238E27FC236}">
                <a16:creationId xmlns:a16="http://schemas.microsoft.com/office/drawing/2014/main" id="{9630E0FA-4EE7-43BB-B00D-B8BDABBBADD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94</a:t>
            </a:r>
          </a:p>
        </p:txBody>
      </p:sp>
    </p:spTree>
    <p:extLst>
      <p:ext uri="{BB962C8B-B14F-4D97-AF65-F5344CB8AC3E}">
        <p14:creationId xmlns:p14="http://schemas.microsoft.com/office/powerpoint/2010/main" val="993403754"/>
      </p:ext>
    </p:extLst>
  </p:cSld>
</p:sld>
</file>

<file path=ppt/slides/slide8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95CA54-8CE3-4DF0-AACA-0BE4E4CBF87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xmlns:a="http://schemas.openxmlformats.org/drawingml/2006/main">
              <a:ext uri="{FF2B5EF4-FFF2-40B4-BE49-F238E27FC236}">
                <a16:creationId xmlns:a16="http://schemas.microsoft.com/office/drawing/2014/main" id="{9F487623-B2CB-402E-8504-708D7D55A9D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xmlns:a="http://schemas.openxmlformats.org/drawingml/2006/main">
              <a:ext uri="{FF2B5EF4-FFF2-40B4-BE49-F238E27FC236}">
                <a16:creationId xmlns:a16="http://schemas.microsoft.com/office/drawing/2014/main" id="{DEEFC8CE-4D78-4895-A675-10EC7EE2480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902EAF-B555-47E1-B43F-C238BCF876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5438DD8-9E15-403B-956B-DF550FD2373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94</a:t>
            </a:r>
          </a:p>
        </p:txBody>
      </p:sp>
      <p:sp>
        <p:nvSpPr>
          <p:cNvPr id="6" name="principle-num-0">
            <a:extLst xmlns:a="http://schemas.openxmlformats.org/drawingml/2006/main">
              <a:ext uri="{FF2B5EF4-FFF2-40B4-BE49-F238E27FC236}">
                <a16:creationId xmlns:a16="http://schemas.microsoft.com/office/drawing/2014/main" id="{A4148194-A14E-4D1A-9664-39407672F92D}"/>
              </a:ext>
            </a:extLst>
          </p:cNvPr>
          <p:cNvSpPr>
            <a:spLocks xmlns:a="http://schemas.openxmlformats.org/drawingml/2006/main" noGrp="1"/>
          </p:cNvSpPr>
          <p:nvPr/>
        </p:nvSpPr>
        <p:spPr>
          <a:xfrm xmlns:a="http://schemas.openxmlformats.org/drawingml/2006/main">
            <a:off x="609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xmlns:a="http://schemas.openxmlformats.org/drawingml/2006/main">
              <a:ext uri="{FF2B5EF4-FFF2-40B4-BE49-F238E27FC236}">
                <a16:creationId xmlns:a16="http://schemas.microsoft.com/office/drawing/2014/main" id="{B38A62BD-E0A0-491C-BBA2-C0734EC17EDB}"/>
              </a:ext>
            </a:extLst>
          </p:cNvPr>
          <p:cNvSpPr>
            <a:spLocks xmlns:a="http://schemas.openxmlformats.org/drawingml/2006/main" noGrp="1"/>
          </p:cNvSpPr>
          <p:nvPr/>
        </p:nvSpPr>
        <p:spPr>
          <a:xfrm xmlns:a="http://schemas.openxmlformats.org/drawingml/2006/main">
            <a:off x="1257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xmlns:a="http://schemas.openxmlformats.org/drawingml/2006/main">
              <a:ext uri="{FF2B5EF4-FFF2-40B4-BE49-F238E27FC236}">
                <a16:creationId xmlns:a16="http://schemas.microsoft.com/office/drawing/2014/main" id="{3B72AB7E-4397-4555-9D8B-6773B0F5C4C8}"/>
              </a:ext>
            </a:extLst>
          </p:cNvPr>
          <p:cNvSpPr>
            <a:spLocks xmlns:a="http://schemas.openxmlformats.org/drawingml/2006/main" noGrp="1"/>
          </p:cNvSpPr>
          <p:nvPr/>
        </p:nvSpPr>
        <p:spPr>
          <a:xfrm xmlns:a="http://schemas.openxmlformats.org/drawingml/2006/main">
            <a:off x="1257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principle-num-1">
            <a:extLst xmlns:a="http://schemas.openxmlformats.org/drawingml/2006/main">
              <a:ext uri="{FF2B5EF4-FFF2-40B4-BE49-F238E27FC236}">
                <a16:creationId xmlns:a16="http://schemas.microsoft.com/office/drawing/2014/main" id="{8873D973-7DA4-4D60-B48A-9C1633219CAB}"/>
              </a:ext>
            </a:extLst>
          </p:cNvPr>
          <p:cNvSpPr>
            <a:spLocks xmlns:a="http://schemas.openxmlformats.org/drawingml/2006/main" noGrp="1"/>
          </p:cNvSpPr>
          <p:nvPr/>
        </p:nvSpPr>
        <p:spPr>
          <a:xfrm xmlns:a="http://schemas.openxmlformats.org/drawingml/2006/main">
            <a:off x="5943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xmlns:a="http://schemas.openxmlformats.org/drawingml/2006/main">
              <a:ext uri="{FF2B5EF4-FFF2-40B4-BE49-F238E27FC236}">
                <a16:creationId xmlns:a16="http://schemas.microsoft.com/office/drawing/2014/main" id="{08027BF6-04DC-44D0-BDEF-995BE6771F69}"/>
              </a:ext>
            </a:extLst>
          </p:cNvPr>
          <p:cNvSpPr>
            <a:spLocks xmlns:a="http://schemas.openxmlformats.org/drawingml/2006/main" noGrp="1"/>
          </p:cNvSpPr>
          <p:nvPr/>
        </p:nvSpPr>
        <p:spPr>
          <a:xfrm xmlns:a="http://schemas.openxmlformats.org/drawingml/2006/main">
            <a:off x="6591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xmlns:a="http://schemas.openxmlformats.org/drawingml/2006/main">
              <a:ext uri="{FF2B5EF4-FFF2-40B4-BE49-F238E27FC236}">
                <a16:creationId xmlns:a16="http://schemas.microsoft.com/office/drawing/2014/main" id="{FF4CBD05-E2DB-4D5D-B5E2-FBCEED435F92}"/>
              </a:ext>
            </a:extLst>
          </p:cNvPr>
          <p:cNvSpPr>
            <a:spLocks xmlns:a="http://schemas.openxmlformats.org/drawingml/2006/main" noGrp="1"/>
          </p:cNvSpPr>
          <p:nvPr/>
        </p:nvSpPr>
        <p:spPr>
          <a:xfrm xmlns:a="http://schemas.openxmlformats.org/drawingml/2006/main">
            <a:off x="6591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2" name="principle-num-2">
            <a:extLst xmlns:a="http://schemas.openxmlformats.org/drawingml/2006/main">
              <a:ext uri="{FF2B5EF4-FFF2-40B4-BE49-F238E27FC236}">
                <a16:creationId xmlns:a16="http://schemas.microsoft.com/office/drawing/2014/main" id="{4164D3EE-6519-4AED-920B-9F45F2729099}"/>
              </a:ext>
            </a:extLst>
          </p:cNvPr>
          <p:cNvSpPr>
            <a:spLocks xmlns:a="http://schemas.openxmlformats.org/drawingml/2006/main" noGrp="1"/>
          </p:cNvSpPr>
          <p:nvPr/>
        </p:nvSpPr>
        <p:spPr>
          <a:xfrm xmlns:a="http://schemas.openxmlformats.org/drawingml/2006/main">
            <a:off x="609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xmlns:a="http://schemas.openxmlformats.org/drawingml/2006/main">
              <a:ext uri="{FF2B5EF4-FFF2-40B4-BE49-F238E27FC236}">
                <a16:creationId xmlns:a16="http://schemas.microsoft.com/office/drawing/2014/main" id="{2DE57339-2292-4E30-95B9-86630A22C941}"/>
              </a:ext>
            </a:extLst>
          </p:cNvPr>
          <p:cNvSpPr>
            <a:spLocks xmlns:a="http://schemas.openxmlformats.org/drawingml/2006/main" noGrp="1"/>
          </p:cNvSpPr>
          <p:nvPr/>
        </p:nvSpPr>
        <p:spPr>
          <a:xfrm xmlns:a="http://schemas.openxmlformats.org/drawingml/2006/main">
            <a:off x="1257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xmlns:a="http://schemas.openxmlformats.org/drawingml/2006/main">
              <a:ext uri="{FF2B5EF4-FFF2-40B4-BE49-F238E27FC236}">
                <a16:creationId xmlns:a16="http://schemas.microsoft.com/office/drawing/2014/main" id="{87817522-76F5-4FF8-99A0-9E408BB69845}"/>
              </a:ext>
            </a:extLst>
          </p:cNvPr>
          <p:cNvSpPr>
            <a:spLocks xmlns:a="http://schemas.openxmlformats.org/drawingml/2006/main" noGrp="1"/>
          </p:cNvSpPr>
          <p:nvPr/>
        </p:nvSpPr>
        <p:spPr>
          <a:xfrm xmlns:a="http://schemas.openxmlformats.org/drawingml/2006/main">
            <a:off x="1257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5" name="principle-num-3">
            <a:extLst xmlns:a="http://schemas.openxmlformats.org/drawingml/2006/main">
              <a:ext uri="{FF2B5EF4-FFF2-40B4-BE49-F238E27FC236}">
                <a16:creationId xmlns:a16="http://schemas.microsoft.com/office/drawing/2014/main" id="{91FE41EE-6882-444F-A0D0-8A811BECFF3C}"/>
              </a:ext>
            </a:extLst>
          </p:cNvPr>
          <p:cNvSpPr>
            <a:spLocks xmlns:a="http://schemas.openxmlformats.org/drawingml/2006/main" noGrp="1"/>
          </p:cNvSpPr>
          <p:nvPr/>
        </p:nvSpPr>
        <p:spPr>
          <a:xfrm xmlns:a="http://schemas.openxmlformats.org/drawingml/2006/main">
            <a:off x="5943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xmlns:a="http://schemas.openxmlformats.org/drawingml/2006/main">
              <a:ext uri="{FF2B5EF4-FFF2-40B4-BE49-F238E27FC236}">
                <a16:creationId xmlns:a16="http://schemas.microsoft.com/office/drawing/2014/main" id="{CF9EEE9E-03CB-4FBE-B513-694835864899}"/>
              </a:ext>
            </a:extLst>
          </p:cNvPr>
          <p:cNvSpPr>
            <a:spLocks xmlns:a="http://schemas.openxmlformats.org/drawingml/2006/main" noGrp="1"/>
          </p:cNvSpPr>
          <p:nvPr/>
        </p:nvSpPr>
        <p:spPr>
          <a:xfrm xmlns:a="http://schemas.openxmlformats.org/drawingml/2006/main">
            <a:off x="6591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xmlns:a="http://schemas.openxmlformats.org/drawingml/2006/main">
              <a:ext uri="{FF2B5EF4-FFF2-40B4-BE49-F238E27FC236}">
                <a16:creationId xmlns:a16="http://schemas.microsoft.com/office/drawing/2014/main" id="{2AFFA1D2-3759-43EB-98F3-FC37E6DB364C}"/>
              </a:ext>
            </a:extLst>
          </p:cNvPr>
          <p:cNvSpPr>
            <a:spLocks xmlns:a="http://schemas.openxmlformats.org/drawingml/2006/main" noGrp="1"/>
          </p:cNvSpPr>
          <p:nvPr/>
        </p:nvSpPr>
        <p:spPr>
          <a:xfrm xmlns:a="http://schemas.openxmlformats.org/drawingml/2006/main">
            <a:off x="6591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8" name="principle-num-4">
            <a:extLst xmlns:a="http://schemas.openxmlformats.org/drawingml/2006/main">
              <a:ext uri="{FF2B5EF4-FFF2-40B4-BE49-F238E27FC236}">
                <a16:creationId xmlns:a16="http://schemas.microsoft.com/office/drawing/2014/main" id="{BF412182-7B73-4526-957E-0763C6ABDDE6}"/>
              </a:ext>
            </a:extLst>
          </p:cNvPr>
          <p:cNvSpPr>
            <a:spLocks xmlns:a="http://schemas.openxmlformats.org/drawingml/2006/main" noGrp="1"/>
          </p:cNvSpPr>
          <p:nvPr/>
        </p:nvSpPr>
        <p:spPr>
          <a:xfrm xmlns:a="http://schemas.openxmlformats.org/drawingml/2006/main">
            <a:off x="609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xmlns:a="http://schemas.openxmlformats.org/drawingml/2006/main">
              <a:ext uri="{FF2B5EF4-FFF2-40B4-BE49-F238E27FC236}">
                <a16:creationId xmlns:a16="http://schemas.microsoft.com/office/drawing/2014/main" id="{EBEC4CCA-F47E-44F9-A67B-57F42F4F82DC}"/>
              </a:ext>
            </a:extLst>
          </p:cNvPr>
          <p:cNvSpPr>
            <a:spLocks xmlns:a="http://schemas.openxmlformats.org/drawingml/2006/main" noGrp="1"/>
          </p:cNvSpPr>
          <p:nvPr/>
        </p:nvSpPr>
        <p:spPr>
          <a:xfrm xmlns:a="http://schemas.openxmlformats.org/drawingml/2006/main">
            <a:off x="1257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xmlns:a="http://schemas.openxmlformats.org/drawingml/2006/main">
              <a:ext uri="{FF2B5EF4-FFF2-40B4-BE49-F238E27FC236}">
                <a16:creationId xmlns:a16="http://schemas.microsoft.com/office/drawing/2014/main" id="{16C6BC7B-460F-4E50-B723-5A44F44BF01D}"/>
              </a:ext>
            </a:extLst>
          </p:cNvPr>
          <p:cNvSpPr>
            <a:spLocks xmlns:a="http://schemas.openxmlformats.org/drawingml/2006/main" noGrp="1"/>
          </p:cNvSpPr>
          <p:nvPr/>
        </p:nvSpPr>
        <p:spPr>
          <a:xfrm xmlns:a="http://schemas.openxmlformats.org/drawingml/2006/main">
            <a:off x="1257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1" name="principle-num-5">
            <a:extLst xmlns:a="http://schemas.openxmlformats.org/drawingml/2006/main">
              <a:ext uri="{FF2B5EF4-FFF2-40B4-BE49-F238E27FC236}">
                <a16:creationId xmlns:a16="http://schemas.microsoft.com/office/drawing/2014/main" id="{B342CCF9-FB6F-468C-BCF5-C7719A4A20E4}"/>
              </a:ext>
            </a:extLst>
          </p:cNvPr>
          <p:cNvSpPr>
            <a:spLocks xmlns:a="http://schemas.openxmlformats.org/drawingml/2006/main" noGrp="1"/>
          </p:cNvSpPr>
          <p:nvPr/>
        </p:nvSpPr>
        <p:spPr>
          <a:xfrm xmlns:a="http://schemas.openxmlformats.org/drawingml/2006/main">
            <a:off x="5943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xmlns:a="http://schemas.openxmlformats.org/drawingml/2006/main">
              <a:ext uri="{FF2B5EF4-FFF2-40B4-BE49-F238E27FC236}">
                <a16:creationId xmlns:a16="http://schemas.microsoft.com/office/drawing/2014/main" id="{D85506A9-B797-4E88-8B2F-B73EEC04CA81}"/>
              </a:ext>
            </a:extLst>
          </p:cNvPr>
          <p:cNvSpPr>
            <a:spLocks xmlns:a="http://schemas.openxmlformats.org/drawingml/2006/main" noGrp="1"/>
          </p:cNvSpPr>
          <p:nvPr/>
        </p:nvSpPr>
        <p:spPr>
          <a:xfrm xmlns:a="http://schemas.openxmlformats.org/drawingml/2006/main">
            <a:off x="6591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xmlns:a="http://schemas.openxmlformats.org/drawingml/2006/main">
              <a:ext uri="{FF2B5EF4-FFF2-40B4-BE49-F238E27FC236}">
                <a16:creationId xmlns:a16="http://schemas.microsoft.com/office/drawing/2014/main" id="{4F6027E2-3BAE-4B41-A680-74BD6CA6495B}"/>
              </a:ext>
            </a:extLst>
          </p:cNvPr>
          <p:cNvSpPr>
            <a:spLocks xmlns:a="http://schemas.openxmlformats.org/drawingml/2006/main" noGrp="1"/>
          </p:cNvSpPr>
          <p:nvPr/>
        </p:nvSpPr>
        <p:spPr>
          <a:xfrm xmlns:a="http://schemas.openxmlformats.org/drawingml/2006/main">
            <a:off x="6591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4" name="principle-num-6">
            <a:extLst xmlns:a="http://schemas.openxmlformats.org/drawingml/2006/main">
              <a:ext uri="{FF2B5EF4-FFF2-40B4-BE49-F238E27FC236}">
                <a16:creationId xmlns:a16="http://schemas.microsoft.com/office/drawing/2014/main" id="{C32AD52A-C49C-493D-89B4-031278AD6593}"/>
              </a:ext>
            </a:extLst>
          </p:cNvPr>
          <p:cNvSpPr>
            <a:spLocks xmlns:a="http://schemas.openxmlformats.org/drawingml/2006/main" noGrp="1"/>
          </p:cNvSpPr>
          <p:nvPr/>
        </p:nvSpPr>
        <p:spPr>
          <a:xfrm xmlns:a="http://schemas.openxmlformats.org/drawingml/2006/main">
            <a:off x="609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xmlns:a="http://schemas.openxmlformats.org/drawingml/2006/main">
              <a:ext uri="{FF2B5EF4-FFF2-40B4-BE49-F238E27FC236}">
                <a16:creationId xmlns:a16="http://schemas.microsoft.com/office/drawing/2014/main" id="{4C38D64F-4BA7-401C-A3B9-829460C98D0E}"/>
              </a:ext>
            </a:extLst>
          </p:cNvPr>
          <p:cNvSpPr>
            <a:spLocks xmlns:a="http://schemas.openxmlformats.org/drawingml/2006/main" noGrp="1"/>
          </p:cNvSpPr>
          <p:nvPr/>
        </p:nvSpPr>
        <p:spPr>
          <a:xfrm xmlns:a="http://schemas.openxmlformats.org/drawingml/2006/main">
            <a:off x="1257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xmlns:a="http://schemas.openxmlformats.org/drawingml/2006/main">
              <a:ext uri="{FF2B5EF4-FFF2-40B4-BE49-F238E27FC236}">
                <a16:creationId xmlns:a16="http://schemas.microsoft.com/office/drawing/2014/main" id="{C183FB05-D1BB-460C-9B61-DAA3EF76413B}"/>
              </a:ext>
            </a:extLst>
          </p:cNvPr>
          <p:cNvSpPr>
            <a:spLocks xmlns:a="http://schemas.openxmlformats.org/drawingml/2006/main" noGrp="1"/>
          </p:cNvSpPr>
          <p:nvPr/>
        </p:nvSpPr>
        <p:spPr>
          <a:xfrm xmlns:a="http://schemas.openxmlformats.org/drawingml/2006/main">
            <a:off x="1257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7" name="principle-num-7">
            <a:extLst xmlns:a="http://schemas.openxmlformats.org/drawingml/2006/main">
              <a:ext uri="{FF2B5EF4-FFF2-40B4-BE49-F238E27FC236}">
                <a16:creationId xmlns:a16="http://schemas.microsoft.com/office/drawing/2014/main" id="{9A97F8AA-2715-45F5-89B7-C9A158C36C5E}"/>
              </a:ext>
            </a:extLst>
          </p:cNvPr>
          <p:cNvSpPr>
            <a:spLocks xmlns:a="http://schemas.openxmlformats.org/drawingml/2006/main" noGrp="1"/>
          </p:cNvSpPr>
          <p:nvPr/>
        </p:nvSpPr>
        <p:spPr>
          <a:xfrm xmlns:a="http://schemas.openxmlformats.org/drawingml/2006/main">
            <a:off x="5943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xmlns:a="http://schemas.openxmlformats.org/drawingml/2006/main">
              <a:ext uri="{FF2B5EF4-FFF2-40B4-BE49-F238E27FC236}">
                <a16:creationId xmlns:a16="http://schemas.microsoft.com/office/drawing/2014/main" id="{6B46BA55-2F30-424D-932F-E740F3666973}"/>
              </a:ext>
            </a:extLst>
          </p:cNvPr>
          <p:cNvSpPr>
            <a:spLocks xmlns:a="http://schemas.openxmlformats.org/drawingml/2006/main" noGrp="1"/>
          </p:cNvSpPr>
          <p:nvPr/>
        </p:nvSpPr>
        <p:spPr>
          <a:xfrm xmlns:a="http://schemas.openxmlformats.org/drawingml/2006/main">
            <a:off x="6591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xmlns:a="http://schemas.openxmlformats.org/drawingml/2006/main">
              <a:ext uri="{FF2B5EF4-FFF2-40B4-BE49-F238E27FC236}">
                <a16:creationId xmlns:a16="http://schemas.microsoft.com/office/drawing/2014/main" id="{3FC53224-10E7-4CE9-8413-C7DA85D221CF}"/>
              </a:ext>
            </a:extLst>
          </p:cNvPr>
          <p:cNvSpPr>
            <a:spLocks xmlns:a="http://schemas.openxmlformats.org/drawingml/2006/main" noGrp="1"/>
          </p:cNvSpPr>
          <p:nvPr/>
        </p:nvSpPr>
        <p:spPr>
          <a:xfrm xmlns:a="http://schemas.openxmlformats.org/drawingml/2006/main">
            <a:off x="6591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0" name="principle-num-8">
            <a:extLst xmlns:a="http://schemas.openxmlformats.org/drawingml/2006/main">
              <a:ext uri="{FF2B5EF4-FFF2-40B4-BE49-F238E27FC236}">
                <a16:creationId xmlns:a16="http://schemas.microsoft.com/office/drawing/2014/main" id="{3B1168C1-C41C-46E9-A3B8-A97DD68857CD}"/>
              </a:ext>
            </a:extLst>
          </p:cNvPr>
          <p:cNvSpPr>
            <a:spLocks xmlns:a="http://schemas.openxmlformats.org/drawingml/2006/main" noGrp="1"/>
          </p:cNvSpPr>
          <p:nvPr/>
        </p:nvSpPr>
        <p:spPr>
          <a:xfrm xmlns:a="http://schemas.openxmlformats.org/drawingml/2006/main">
            <a:off x="609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xmlns:a="http://schemas.openxmlformats.org/drawingml/2006/main">
              <a:ext uri="{FF2B5EF4-FFF2-40B4-BE49-F238E27FC236}">
                <a16:creationId xmlns:a16="http://schemas.microsoft.com/office/drawing/2014/main" id="{778AAC59-880F-44A4-B13A-0227B2B62DA7}"/>
              </a:ext>
            </a:extLst>
          </p:cNvPr>
          <p:cNvSpPr>
            <a:spLocks xmlns:a="http://schemas.openxmlformats.org/drawingml/2006/main" noGrp="1"/>
          </p:cNvSpPr>
          <p:nvPr/>
        </p:nvSpPr>
        <p:spPr>
          <a:xfrm xmlns:a="http://schemas.openxmlformats.org/drawingml/2006/main">
            <a:off x="1257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xmlns:a="http://schemas.openxmlformats.org/drawingml/2006/main">
              <a:ext uri="{FF2B5EF4-FFF2-40B4-BE49-F238E27FC236}">
                <a16:creationId xmlns:a16="http://schemas.microsoft.com/office/drawing/2014/main" id="{36659D20-7FE8-421C-B0D5-EF87B7874210}"/>
              </a:ext>
            </a:extLst>
          </p:cNvPr>
          <p:cNvSpPr>
            <a:spLocks xmlns:a="http://schemas.openxmlformats.org/drawingml/2006/main" noGrp="1"/>
          </p:cNvSpPr>
          <p:nvPr/>
        </p:nvSpPr>
        <p:spPr>
          <a:xfrm xmlns:a="http://schemas.openxmlformats.org/drawingml/2006/main">
            <a:off x="1257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3" name="principle-num-9">
            <a:extLst xmlns:a="http://schemas.openxmlformats.org/drawingml/2006/main">
              <a:ext uri="{FF2B5EF4-FFF2-40B4-BE49-F238E27FC236}">
                <a16:creationId xmlns:a16="http://schemas.microsoft.com/office/drawing/2014/main" id="{F4A799F9-236C-413D-8187-FB259EEED4A8}"/>
              </a:ext>
            </a:extLst>
          </p:cNvPr>
          <p:cNvSpPr>
            <a:spLocks xmlns:a="http://schemas.openxmlformats.org/drawingml/2006/main" noGrp="1"/>
          </p:cNvSpPr>
          <p:nvPr/>
        </p:nvSpPr>
        <p:spPr>
          <a:xfrm xmlns:a="http://schemas.openxmlformats.org/drawingml/2006/main">
            <a:off x="5943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xmlns:a="http://schemas.openxmlformats.org/drawingml/2006/main">
              <a:ext uri="{FF2B5EF4-FFF2-40B4-BE49-F238E27FC236}">
                <a16:creationId xmlns:a16="http://schemas.microsoft.com/office/drawing/2014/main" id="{730096E9-5A03-47F6-8E2E-F7F43EE9DA48}"/>
              </a:ext>
            </a:extLst>
          </p:cNvPr>
          <p:cNvSpPr>
            <a:spLocks xmlns:a="http://schemas.openxmlformats.org/drawingml/2006/main" noGrp="1"/>
          </p:cNvSpPr>
          <p:nvPr/>
        </p:nvSpPr>
        <p:spPr>
          <a:xfrm xmlns:a="http://schemas.openxmlformats.org/drawingml/2006/main">
            <a:off x="6591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xmlns:a="http://schemas.openxmlformats.org/drawingml/2006/main">
              <a:ext uri="{FF2B5EF4-FFF2-40B4-BE49-F238E27FC236}">
                <a16:creationId xmlns:a16="http://schemas.microsoft.com/office/drawing/2014/main" id="{5ACE3A88-F12E-4639-BF1D-C603AD369F83}"/>
              </a:ext>
            </a:extLst>
          </p:cNvPr>
          <p:cNvSpPr>
            <a:spLocks xmlns:a="http://schemas.openxmlformats.org/drawingml/2006/main" noGrp="1"/>
          </p:cNvSpPr>
          <p:nvPr/>
        </p:nvSpPr>
        <p:spPr>
          <a:xfrm xmlns:a="http://schemas.openxmlformats.org/drawingml/2006/main">
            <a:off x="6591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Tree>
    <p:extLst>
      <p:ext uri="{BB962C8B-B14F-4D97-AF65-F5344CB8AC3E}">
        <p14:creationId xmlns:p14="http://schemas.microsoft.com/office/powerpoint/2010/main" val="481525440"/>
      </p:ext>
    </p:extLst>
  </p:cSld>
</p:sld>
</file>

<file path=ppt/slides/slide8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C9AA9DC1-2368-4611-9EE6-F14E9F40AAD0}"/>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xmlns:a="http://schemas.openxmlformats.org/drawingml/2006/main">
              <a:ext uri="{FF2B5EF4-FFF2-40B4-BE49-F238E27FC236}">
                <a16:creationId xmlns:a16="http://schemas.microsoft.com/office/drawing/2014/main" id="{8212FB64-FBFB-413B-8021-E9EFFA2D2759}"/>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xmlns:a="http://schemas.openxmlformats.org/drawingml/2006/main">
              <a:ext uri="{FF2B5EF4-FFF2-40B4-BE49-F238E27FC236}">
                <a16:creationId xmlns:a16="http://schemas.microsoft.com/office/drawing/2014/main" id="{03E6705C-8E90-4783-8DAC-94CBB9582A27}"/>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12D0C4E4-BF92-4888-80EC-4C794D28CF18}"/>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6C7159F0-49A5-4C06-9C2C-857E9DCCA9C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xmlns:a="http://schemas.openxmlformats.org/drawingml/2006/main">
              <a:ext uri="{FF2B5EF4-FFF2-40B4-BE49-F238E27FC236}">
                <a16:creationId xmlns:a16="http://schemas.microsoft.com/office/drawing/2014/main" id="{0AD74B8F-E4BF-4E45-9ACC-07DAC3692FD1}"/>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FB6DC6E1-38DC-4DA7-830C-6AAAA861EDDE}"/>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xmlns:a="http://schemas.openxmlformats.org/drawingml/2006/main">
              <a:ext uri="{FF2B5EF4-FFF2-40B4-BE49-F238E27FC236}">
                <a16:creationId xmlns:a16="http://schemas.microsoft.com/office/drawing/2014/main" id="{7227A5ED-4B30-47AE-9A8E-2155CD79F6E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1137FCAD-ED9E-4C52-B076-54C180CC3040}"/>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xmlns:a="http://schemas.openxmlformats.org/drawingml/2006/main">
              <a:ext uri="{FF2B5EF4-FFF2-40B4-BE49-F238E27FC236}">
                <a16:creationId xmlns:a16="http://schemas.microsoft.com/office/drawing/2014/main" id="{7864C615-93AA-443C-AE9F-861D31B086E7}"/>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D1004015-1E26-4A8E-970A-DFC17573E68F}"/>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xmlns:a="http://schemas.openxmlformats.org/drawingml/2006/main">
              <a:ext uri="{FF2B5EF4-FFF2-40B4-BE49-F238E27FC236}">
                <a16:creationId xmlns:a16="http://schemas.microsoft.com/office/drawing/2014/main" id="{82799B77-A314-43BB-91E7-A42D348D9FC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94</a:t>
            </a:r>
          </a:p>
        </p:txBody>
      </p:sp>
    </p:spTree>
    <p:extLst>
      <p:ext uri="{BB962C8B-B14F-4D97-AF65-F5344CB8AC3E}">
        <p14:creationId xmlns:p14="http://schemas.microsoft.com/office/powerpoint/2010/main" val="1298925269"/>
      </p:ext>
    </p:extLst>
  </p:cSld>
</p:sld>
</file>

<file path=ppt/slides/slide8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D69A86E-EF08-48A1-A292-5BCDB90B2D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xmlns:a="http://schemas.openxmlformats.org/drawingml/2006/main">
              <a:ext uri="{FF2B5EF4-FFF2-40B4-BE49-F238E27FC236}">
                <a16:creationId xmlns:a16="http://schemas.microsoft.com/office/drawing/2014/main" id="{FE646A5D-A0C8-470C-95A1-A31F35F990D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xmlns:a="http://schemas.openxmlformats.org/drawingml/2006/main">
              <a:ext uri="{FF2B5EF4-FFF2-40B4-BE49-F238E27FC236}">
                <a16:creationId xmlns:a16="http://schemas.microsoft.com/office/drawing/2014/main" id="{1087D526-B569-451B-AB8A-D0E74B3A21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07B0388-0A3C-4533-8528-533996FCA7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3DE0DF4-BFDD-476A-8B81-10A09352DB8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94</a:t>
            </a:r>
          </a:p>
        </p:txBody>
      </p:sp>
      <p:sp>
        <p:nvSpPr>
          <p:cNvPr id="6" name="lead">
            <a:extLst xmlns:a="http://schemas.openxmlformats.org/drawingml/2006/main">
              <a:ext uri="{FF2B5EF4-FFF2-40B4-BE49-F238E27FC236}">
                <a16:creationId xmlns:a16="http://schemas.microsoft.com/office/drawing/2014/main" id="{C4D9CB9D-AAF7-4FE4-A81F-8880D1C44B4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xmlns:a="http://schemas.openxmlformats.org/drawingml/2006/main">
              <a:ext uri="{FF2B5EF4-FFF2-40B4-BE49-F238E27FC236}">
                <a16:creationId xmlns:a16="http://schemas.microsoft.com/office/drawing/2014/main" id="{2ABF2E50-44C0-44F8-9719-E8B71F187DE4}"/>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037AE56-E236-47F7-8F5E-EDAD6EB2AFFA}"/>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sld>
</file>

<file path=ppt/slides/slide84.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end-accent">
            <a:extLst xmlns:a="http://schemas.openxmlformats.org/drawingml/2006/main">
              <a:ext uri="{FF2B5EF4-FFF2-40B4-BE49-F238E27FC236}">
                <a16:creationId xmlns:a16="http://schemas.microsoft.com/office/drawing/2014/main" id="{8B70C4F8-9A99-43EC-9799-39BBA69E69AD}"/>
              </a:ext>
            </a:extLst>
          </p:cNvPr>
          <p:cNvSpPr>
            <a:spLocks xmlns:a="http://schemas.openxmlformats.org/drawingml/2006/main" noGrp="1"/>
          </p:cNvSpPr>
          <p:nvPr/>
        </p:nvSpPr>
        <p:spPr>
          <a:xfrm xmlns:a="http://schemas.openxmlformats.org/drawingml/2006/main">
            <a:off x="609600" y="685800"/>
            <a:ext cx="76200" cy="476250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nd-title">
            <a:extLst xmlns:a="http://schemas.openxmlformats.org/drawingml/2006/main">
              <a:ext uri="{FF2B5EF4-FFF2-40B4-BE49-F238E27FC236}">
                <a16:creationId xmlns:a16="http://schemas.microsoft.com/office/drawing/2014/main" id="{AC8D707B-5FF0-400E-A0DA-CD4FAB29AE22}"/>
              </a:ext>
            </a:extLst>
          </p:cNvPr>
          <p:cNvSpPr>
            <a:spLocks xmlns:a="http://schemas.openxmlformats.org/drawingml/2006/main" noGrp="1"/>
          </p:cNvSpPr>
          <p:nvPr/>
        </p:nvSpPr>
        <p:spPr>
          <a:xfrm xmlns:a="http://schemas.openxmlformats.org/drawingml/2006/main">
            <a:off x="990600" y="1524000"/>
            <a:ext cx="9525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xmlns:a="http://schemas.openxmlformats.org/drawingml/2006/main">
              <a:ext uri="{FF2B5EF4-FFF2-40B4-BE49-F238E27FC236}">
                <a16:creationId xmlns:a16="http://schemas.microsoft.com/office/drawing/2014/main" id="{2A5398B4-9D21-4727-9583-433EAEA246A6}"/>
              </a:ext>
            </a:extLst>
          </p:cNvPr>
          <p:cNvSpPr>
            <a:spLocks xmlns:a="http://schemas.openxmlformats.org/drawingml/2006/main" noGrp="1"/>
          </p:cNvSpPr>
          <p:nvPr/>
        </p:nvSpPr>
        <p:spPr>
          <a:xfrm xmlns:a="http://schemas.openxmlformats.org/drawingml/2006/main">
            <a:off x="990600" y="4895850"/>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xmlns:a="http://schemas.openxmlformats.org/drawingml/2006/main">
              <a:ext uri="{FF2B5EF4-FFF2-40B4-BE49-F238E27FC236}">
                <a16:creationId xmlns:a16="http://schemas.microsoft.com/office/drawing/2014/main" id="{31EE691A-32E2-4E85-A170-9D540BB06983}"/>
              </a:ext>
            </a:extLst>
          </p:cNvPr>
          <p:cNvSpPr>
            <a:spLocks xmlns:a="http://schemas.openxmlformats.org/drawingml/2006/main" noGrp="1"/>
          </p:cNvSpPr>
          <p:nvPr/>
        </p:nvSpPr>
        <p:spPr>
          <a:xfrm xmlns:a="http://schemas.openxmlformats.org/drawingml/2006/main">
            <a:off x="990600" y="590550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sld>
</file>

<file path=ppt/slides/slide8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94</a:t>
            </a:r>
          </a:p>
        </p:txBody>
      </p:sp>
      <p:sp>
        <p:nvSpPr>
          <p:cNvPr id="7" name="lead">
            <a:extLst>
              <a:ext uri="{FF2B5EF4-FFF2-40B4-BE49-F238E27FC236}">
                <a16:creationId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ns3:creationId val="1772861286"/>
      </p:ext>
    </p:extLst>
  </p:cSld>
</p:sld>
</file>

<file path=ppt/slides/slide8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94</a:t>
            </a:r>
          </a:p>
        </p:txBody>
      </p:sp>
      <p:sp>
        <p:nvSpPr>
          <p:cNvPr id="7" name="lead">
            <a:extLst>
              <a:ext uri="{FF2B5EF4-FFF2-40B4-BE49-F238E27FC236}">
                <a16:creationId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ns3:creationId val="1772861286"/>
      </p:ext>
    </p:extLst>
  </p:cSld>
</p:sld>
</file>

<file path=ppt/slides/slide8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94</a:t>
            </a:r>
          </a:p>
        </p:txBody>
      </p:sp>
      <p:sp>
        <p:nvSpPr>
          <p:cNvPr id="7" name="lead">
            <a:extLst>
              <a:ext uri="{FF2B5EF4-FFF2-40B4-BE49-F238E27FC236}">
                <a16:creationId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ns3:creationId val="1772861286"/>
      </p:ext>
    </p:extLst>
  </p:cSld>
</p:sld>
</file>

<file path=ppt/slides/slide8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94</a:t>
            </a:r>
          </a:p>
        </p:txBody>
      </p:sp>
      <p:sp>
        <p:nvSpPr>
          <p:cNvPr id="7" name="lead">
            <a:extLst>
              <a:ext uri="{FF2B5EF4-FFF2-40B4-BE49-F238E27FC236}">
                <a16:creationId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ns3:creationId val="1772861286"/>
      </p:ext>
    </p:extLst>
  </p:cSld>
</p:sld>
</file>

<file path=ppt/slides/slide8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94</a:t>
            </a:r>
          </a:p>
        </p:txBody>
      </p:sp>
      <p:sp>
        <p:nvSpPr>
          <p:cNvPr id="7" name="lead">
            <a:extLst>
              <a:ext uri="{FF2B5EF4-FFF2-40B4-BE49-F238E27FC236}">
                <a16:creationId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ns3:creationId val="1772861286"/>
      </p:ext>
    </p:extLst>
  </p:cSld>
</p:sld>
</file>

<file path=ppt/slides/slide9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94</a:t>
            </a:r>
          </a:p>
        </p:txBody>
      </p:sp>
      <p:sp>
        <p:nvSpPr>
          <p:cNvPr id="7" name="lead">
            <a:extLst>
              <a:ext uri="{FF2B5EF4-FFF2-40B4-BE49-F238E27FC236}">
                <a16:creationId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ns3:creationId val="1772861286"/>
      </p:ext>
    </p:extLst>
  </p:cSld>
</p:sld>
</file>

<file path=ppt/slides/slide9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94</a:t>
            </a:r>
          </a:p>
        </p:txBody>
      </p:sp>
      <p:sp>
        <p:nvSpPr>
          <p:cNvPr id="7" name="lead">
            <a:extLst>
              <a:ext uri="{FF2B5EF4-FFF2-40B4-BE49-F238E27FC236}">
                <a16:creationId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ns3:creationId val="1772861286"/>
      </p:ext>
    </p:extLst>
  </p:cSld>
</p:sld>
</file>

<file path=ppt/slides/slide9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94</a:t>
            </a:r>
          </a:p>
        </p:txBody>
      </p:sp>
      <p:sp>
        <p:nvSpPr>
          <p:cNvPr id="7" name="lead">
            <a:extLst>
              <a:ext uri="{FF2B5EF4-FFF2-40B4-BE49-F238E27FC236}">
                <a16:creationId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ns3:creationId val="1772861286"/>
      </p:ext>
    </p:extLst>
  </p:cSld>
</p:sld>
</file>

<file path=ppt/slides/slide9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94</a:t>
            </a:r>
          </a:p>
        </p:txBody>
      </p:sp>
      <p:sp>
        <p:nvSpPr>
          <p:cNvPr id="7" name="lead">
            <a:extLst>
              <a:ext uri="{FF2B5EF4-FFF2-40B4-BE49-F238E27FC236}">
                <a16:creationId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ns3:creationId val="1772861286"/>
      </p:ext>
    </p:extLst>
  </p:cSld>
</p:sld>
</file>

<file path=ppt/slides/slide9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94</a:t>
            </a:r>
          </a:p>
        </p:txBody>
      </p:sp>
      <p:sp>
        <p:nvSpPr>
          <p:cNvPr id="7" name="lead">
            <a:extLst>
              <a:ext uri="{FF2B5EF4-FFF2-40B4-BE49-F238E27FC236}">
                <a16:creationId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ns3:creationId val="17728612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2026-07-23T22:15:27.7970000Z</dcterms:created>
  <dcterms:modified xsi:type="dcterms:W3CDTF">2026-07-23T22:15:27.7970000Z</dcterms:modified>
</coreProperties>
</file>